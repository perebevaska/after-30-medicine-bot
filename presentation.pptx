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2534040" y="2302200"/>
            <a:ext cx="715428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4500" spc="-1" strike="noStrike">
                <a:solidFill>
                  <a:srgbClr val="1a1a2e"/>
                </a:solidFill>
                <a:latin typeface="Arial"/>
                <a:ea typeface="Arial"/>
              </a:rPr>
              <a:t>Разработка с ИИ-агентом</a:t>
            </a:r>
            <a:endParaRPr b="0" lang="en-US" sz="4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2255760" y="3408120"/>
            <a:ext cx="7733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a1a2e"/>
                </a:solidFill>
                <a:latin typeface="Arial"/>
                <a:ea typeface="Arial"/>
              </a:rPr>
              <a:t>Telegram-бот напоминаний о лекарствах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3098160" y="4221000"/>
            <a:ext cx="6020640" cy="35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70" spc="-1" strike="noStrike">
                <a:solidFill>
                  <a:srgbClr val="1a1a2e"/>
                </a:solidFill>
                <a:latin typeface="Arial"/>
                <a:ea typeface="Arial"/>
              </a:rPr>
              <a:t>от идеи до боевого запуска за ~9 дней</a:t>
            </a:r>
            <a:endParaRPr b="0" lang="en-US" sz="24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1000080" y="2562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4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1354680" y="2525040"/>
            <a:ext cx="198000" cy="199440"/>
          </a:xfrm>
          <a:custGeom>
            <a:avLst/>
            <a:gdLst/>
            <a:ahLst/>
            <a:rect l="0" t="0" r="r" b="b"/>
            <a:pathLst>
              <a:path w="550" h="554">
                <a:moveTo>
                  <a:pt x="489" y="195"/>
                </a:moveTo>
                <a:lnTo>
                  <a:pt x="292" y="0"/>
                </a:lnTo>
                <a:lnTo>
                  <a:pt x="0" y="300"/>
                </a:lnTo>
                <a:lnTo>
                  <a:pt x="192" y="492"/>
                </a:lnTo>
                <a:cubicBezTo>
                  <a:pt x="230" y="530"/>
                  <a:pt x="282" y="554"/>
                  <a:pt x="340" y="554"/>
                </a:cubicBezTo>
                <a:cubicBezTo>
                  <a:pt x="456" y="554"/>
                  <a:pt x="550" y="460"/>
                  <a:pt x="550" y="343"/>
                </a:cubicBezTo>
                <a:cubicBezTo>
                  <a:pt x="550" y="285"/>
                  <a:pt x="527" y="233"/>
                  <a:pt x="489" y="195"/>
                </a:cubicBez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1266480" y="2438280"/>
            <a:ext cx="193680" cy="195120"/>
          </a:xfrm>
          <a:custGeom>
            <a:avLst/>
            <a:gdLst/>
            <a:ahLst/>
            <a:rect l="0" t="0" r="r" b="b"/>
            <a:pathLst>
              <a:path w="538" h="542">
                <a:moveTo>
                  <a:pt x="351" y="55"/>
                </a:moveTo>
                <a:cubicBezTo>
                  <a:pt x="314" y="21"/>
                  <a:pt x="265" y="0"/>
                  <a:pt x="210" y="0"/>
                </a:cubicBezTo>
                <a:cubicBezTo>
                  <a:pt x="94" y="0"/>
                  <a:pt x="0" y="94"/>
                  <a:pt x="0" y="209"/>
                </a:cubicBezTo>
                <a:cubicBezTo>
                  <a:pt x="0" y="264"/>
                  <a:pt x="22" y="314"/>
                  <a:pt x="56" y="351"/>
                </a:cubicBezTo>
                <a:lnTo>
                  <a:pt x="245" y="542"/>
                </a:lnTo>
                <a:lnTo>
                  <a:pt x="538" y="241"/>
                </a:lnTo>
                <a:lnTo>
                  <a:pt x="351" y="55"/>
                </a:lnTo>
                <a:close/>
              </a:path>
            </a:pathLst>
          </a:custGeom>
          <a:solidFill>
            <a:srgbClr val="fdcb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494720"/>
            <a:ext cx="3679560" cy="55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00" spc="-1" strike="noStrike">
                <a:solidFill>
                  <a:srgbClr val="1a1a2e"/>
                </a:solidFill>
                <a:latin typeface="Arial"/>
                <a:ea typeface="Arial"/>
              </a:rPr>
              <a:t>Что построили</a:t>
            </a:r>
            <a:endParaRPr b="0" lang="en-US" sz="3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1000080" y="3066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4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1266480" y="294300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8"/>
                </a:moveTo>
                <a:cubicBezTo>
                  <a:pt x="795" y="424"/>
                  <a:pt x="793" y="450"/>
                  <a:pt x="788" y="475"/>
                </a:cubicBezTo>
                <a:cubicBezTo>
                  <a:pt x="782" y="501"/>
                  <a:pt x="775" y="526"/>
                  <a:pt x="765" y="550"/>
                </a:cubicBezTo>
                <a:cubicBezTo>
                  <a:pt x="755" y="574"/>
                  <a:pt x="743" y="597"/>
                  <a:pt x="728" y="618"/>
                </a:cubicBezTo>
                <a:cubicBezTo>
                  <a:pt x="714" y="640"/>
                  <a:pt x="697" y="660"/>
                  <a:pt x="679" y="679"/>
                </a:cubicBezTo>
                <a:cubicBezTo>
                  <a:pt x="661" y="697"/>
                  <a:pt x="640" y="714"/>
                  <a:pt x="619" y="728"/>
                </a:cubicBezTo>
                <a:cubicBezTo>
                  <a:pt x="597" y="742"/>
                  <a:pt x="574" y="755"/>
                  <a:pt x="550" y="765"/>
                </a:cubicBezTo>
                <a:cubicBezTo>
                  <a:pt x="526" y="775"/>
                  <a:pt x="501" y="782"/>
                  <a:pt x="476" y="787"/>
                </a:cubicBezTo>
                <a:cubicBezTo>
                  <a:pt x="450" y="792"/>
                  <a:pt x="424" y="795"/>
                  <a:pt x="398" y="795"/>
                </a:cubicBezTo>
                <a:cubicBezTo>
                  <a:pt x="372" y="795"/>
                  <a:pt x="346" y="792"/>
                  <a:pt x="321" y="787"/>
                </a:cubicBezTo>
                <a:cubicBezTo>
                  <a:pt x="295" y="782"/>
                  <a:pt x="271" y="775"/>
                  <a:pt x="246" y="765"/>
                </a:cubicBezTo>
                <a:cubicBezTo>
                  <a:pt x="222" y="755"/>
                  <a:pt x="200" y="742"/>
                  <a:pt x="178" y="728"/>
                </a:cubicBezTo>
                <a:cubicBezTo>
                  <a:pt x="156" y="714"/>
                  <a:pt x="136" y="697"/>
                  <a:pt x="118" y="679"/>
                </a:cubicBezTo>
                <a:cubicBezTo>
                  <a:pt x="99" y="660"/>
                  <a:pt x="83" y="640"/>
                  <a:pt x="68" y="618"/>
                </a:cubicBezTo>
                <a:cubicBezTo>
                  <a:pt x="54" y="597"/>
                  <a:pt x="41" y="574"/>
                  <a:pt x="31" y="550"/>
                </a:cubicBezTo>
                <a:cubicBezTo>
                  <a:pt x="21" y="526"/>
                  <a:pt x="13" y="501"/>
                  <a:pt x="8" y="475"/>
                </a:cubicBezTo>
                <a:cubicBezTo>
                  <a:pt x="3" y="450"/>
                  <a:pt x="0" y="424"/>
                  <a:pt x="0" y="398"/>
                </a:cubicBezTo>
                <a:cubicBezTo>
                  <a:pt x="0" y="372"/>
                  <a:pt x="3" y="346"/>
                  <a:pt x="8" y="321"/>
                </a:cubicBezTo>
                <a:cubicBezTo>
                  <a:pt x="13" y="295"/>
                  <a:pt x="21" y="270"/>
                  <a:pt x="31" y="246"/>
                </a:cubicBezTo>
                <a:cubicBezTo>
                  <a:pt x="41" y="222"/>
                  <a:pt x="54" y="199"/>
                  <a:pt x="68" y="178"/>
                </a:cubicBezTo>
                <a:cubicBezTo>
                  <a:pt x="83" y="156"/>
                  <a:pt x="99" y="135"/>
                  <a:pt x="118" y="116"/>
                </a:cubicBezTo>
                <a:cubicBezTo>
                  <a:pt x="136" y="98"/>
                  <a:pt x="156" y="81"/>
                  <a:pt x="178" y="67"/>
                </a:cubicBezTo>
                <a:cubicBezTo>
                  <a:pt x="200" y="53"/>
                  <a:pt x="222" y="40"/>
                  <a:pt x="246" y="30"/>
                </a:cubicBezTo>
                <a:cubicBezTo>
                  <a:pt x="271" y="20"/>
                  <a:pt x="295" y="13"/>
                  <a:pt x="321" y="8"/>
                </a:cubicBezTo>
                <a:cubicBezTo>
                  <a:pt x="346" y="3"/>
                  <a:pt x="372" y="0"/>
                  <a:pt x="398" y="0"/>
                </a:cubicBezTo>
                <a:cubicBezTo>
                  <a:pt x="424" y="0"/>
                  <a:pt x="450" y="3"/>
                  <a:pt x="476" y="8"/>
                </a:cubicBezTo>
                <a:cubicBezTo>
                  <a:pt x="501" y="13"/>
                  <a:pt x="526" y="20"/>
                  <a:pt x="550" y="30"/>
                </a:cubicBezTo>
                <a:cubicBezTo>
                  <a:pt x="574" y="40"/>
                  <a:pt x="597" y="53"/>
                  <a:pt x="619" y="67"/>
                </a:cubicBezTo>
                <a:cubicBezTo>
                  <a:pt x="640" y="81"/>
                  <a:pt x="661" y="98"/>
                  <a:pt x="679" y="116"/>
                </a:cubicBezTo>
                <a:cubicBezTo>
                  <a:pt x="697" y="135"/>
                  <a:pt x="714" y="156"/>
                  <a:pt x="728" y="178"/>
                </a:cubicBezTo>
                <a:cubicBezTo>
                  <a:pt x="743" y="199"/>
                  <a:pt x="755" y="222"/>
                  <a:pt x="765" y="246"/>
                </a:cubicBezTo>
                <a:cubicBezTo>
                  <a:pt x="775" y="270"/>
                  <a:pt x="782" y="295"/>
                  <a:pt x="788" y="321"/>
                </a:cubicBezTo>
                <a:cubicBezTo>
                  <a:pt x="793" y="346"/>
                  <a:pt x="795" y="372"/>
                  <a:pt x="795" y="398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1298520" y="2974680"/>
            <a:ext cx="222480" cy="222840"/>
          </a:xfrm>
          <a:custGeom>
            <a:avLst/>
            <a:gdLst/>
            <a:ahLst/>
            <a:rect l="0" t="0" r="r" b="b"/>
            <a:pathLst>
              <a:path w="618" h="619">
                <a:moveTo>
                  <a:pt x="618" y="310"/>
                </a:moveTo>
                <a:cubicBezTo>
                  <a:pt x="618" y="330"/>
                  <a:pt x="616" y="350"/>
                  <a:pt x="612" y="370"/>
                </a:cubicBezTo>
                <a:cubicBezTo>
                  <a:pt x="608" y="390"/>
                  <a:pt x="602" y="409"/>
                  <a:pt x="595" y="428"/>
                </a:cubicBezTo>
                <a:cubicBezTo>
                  <a:pt x="587" y="447"/>
                  <a:pt x="577" y="465"/>
                  <a:pt x="566" y="481"/>
                </a:cubicBezTo>
                <a:cubicBezTo>
                  <a:pt x="555" y="498"/>
                  <a:pt x="542" y="514"/>
                  <a:pt x="528" y="528"/>
                </a:cubicBezTo>
                <a:cubicBezTo>
                  <a:pt x="513" y="543"/>
                  <a:pt x="498" y="555"/>
                  <a:pt x="481" y="567"/>
                </a:cubicBezTo>
                <a:cubicBezTo>
                  <a:pt x="464" y="578"/>
                  <a:pt x="446" y="587"/>
                  <a:pt x="427" y="595"/>
                </a:cubicBezTo>
                <a:cubicBezTo>
                  <a:pt x="409" y="603"/>
                  <a:pt x="388" y="609"/>
                  <a:pt x="369" y="613"/>
                </a:cubicBezTo>
                <a:cubicBezTo>
                  <a:pt x="349" y="617"/>
                  <a:pt x="329" y="619"/>
                  <a:pt x="308" y="619"/>
                </a:cubicBezTo>
                <a:cubicBezTo>
                  <a:pt x="288" y="619"/>
                  <a:pt x="268" y="617"/>
                  <a:pt x="248" y="613"/>
                </a:cubicBezTo>
                <a:cubicBezTo>
                  <a:pt x="228" y="609"/>
                  <a:pt x="209" y="603"/>
                  <a:pt x="190" y="595"/>
                </a:cubicBezTo>
                <a:cubicBezTo>
                  <a:pt x="171" y="587"/>
                  <a:pt x="154" y="578"/>
                  <a:pt x="137" y="567"/>
                </a:cubicBezTo>
                <a:cubicBezTo>
                  <a:pt x="120" y="555"/>
                  <a:pt x="104" y="543"/>
                  <a:pt x="90" y="528"/>
                </a:cubicBezTo>
                <a:cubicBezTo>
                  <a:pt x="76" y="514"/>
                  <a:pt x="63" y="498"/>
                  <a:pt x="52" y="481"/>
                </a:cubicBezTo>
                <a:cubicBezTo>
                  <a:pt x="40" y="465"/>
                  <a:pt x="31" y="447"/>
                  <a:pt x="23" y="428"/>
                </a:cubicBezTo>
                <a:cubicBezTo>
                  <a:pt x="15" y="409"/>
                  <a:pt x="10" y="390"/>
                  <a:pt x="6" y="370"/>
                </a:cubicBezTo>
                <a:cubicBezTo>
                  <a:pt x="2" y="350"/>
                  <a:pt x="0" y="330"/>
                  <a:pt x="0" y="310"/>
                </a:cubicBezTo>
                <a:cubicBezTo>
                  <a:pt x="0" y="290"/>
                  <a:pt x="2" y="270"/>
                  <a:pt x="6" y="250"/>
                </a:cubicBezTo>
                <a:cubicBezTo>
                  <a:pt x="10" y="230"/>
                  <a:pt x="15" y="211"/>
                  <a:pt x="23" y="192"/>
                </a:cubicBezTo>
                <a:cubicBezTo>
                  <a:pt x="31" y="173"/>
                  <a:pt x="40" y="155"/>
                  <a:pt x="52" y="139"/>
                </a:cubicBezTo>
                <a:cubicBezTo>
                  <a:pt x="63" y="122"/>
                  <a:pt x="76" y="106"/>
                  <a:pt x="90" y="92"/>
                </a:cubicBezTo>
                <a:cubicBezTo>
                  <a:pt x="104" y="77"/>
                  <a:pt x="120" y="64"/>
                  <a:pt x="137" y="52"/>
                </a:cubicBezTo>
                <a:cubicBezTo>
                  <a:pt x="154" y="41"/>
                  <a:pt x="171" y="32"/>
                  <a:pt x="190" y="24"/>
                </a:cubicBezTo>
                <a:cubicBezTo>
                  <a:pt x="209" y="16"/>
                  <a:pt x="228" y="10"/>
                  <a:pt x="248" y="6"/>
                </a:cubicBezTo>
                <a:cubicBezTo>
                  <a:pt x="268" y="2"/>
                  <a:pt x="288" y="0"/>
                  <a:pt x="308" y="0"/>
                </a:cubicBezTo>
                <a:cubicBezTo>
                  <a:pt x="329" y="0"/>
                  <a:pt x="349" y="2"/>
                  <a:pt x="369" y="6"/>
                </a:cubicBezTo>
                <a:cubicBezTo>
                  <a:pt x="388" y="10"/>
                  <a:pt x="409" y="16"/>
                  <a:pt x="427" y="24"/>
                </a:cubicBezTo>
                <a:cubicBezTo>
                  <a:pt x="446" y="32"/>
                  <a:pt x="464" y="41"/>
                  <a:pt x="481" y="52"/>
                </a:cubicBezTo>
                <a:cubicBezTo>
                  <a:pt x="498" y="64"/>
                  <a:pt x="513" y="77"/>
                  <a:pt x="528" y="92"/>
                </a:cubicBezTo>
                <a:cubicBezTo>
                  <a:pt x="542" y="106"/>
                  <a:pt x="555" y="122"/>
                  <a:pt x="566" y="139"/>
                </a:cubicBezTo>
                <a:cubicBezTo>
                  <a:pt x="577" y="155"/>
                  <a:pt x="587" y="173"/>
                  <a:pt x="595" y="192"/>
                </a:cubicBezTo>
                <a:cubicBezTo>
                  <a:pt x="602" y="211"/>
                  <a:pt x="608" y="230"/>
                  <a:pt x="612" y="250"/>
                </a:cubicBezTo>
                <a:cubicBezTo>
                  <a:pt x="616" y="270"/>
                  <a:pt x="618" y="290"/>
                  <a:pt x="618" y="310"/>
                </a:cubicBez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1401480" y="2990520"/>
            <a:ext cx="16200" cy="103680"/>
          </a:xfrm>
          <a:custGeom>
            <a:avLst/>
            <a:gdLst/>
            <a:ahLst/>
            <a:rect l="0" t="0" r="r" b="b"/>
            <a:pathLst>
              <a:path w="45" h="288">
                <a:moveTo>
                  <a:pt x="45" y="266"/>
                </a:moveTo>
                <a:cubicBezTo>
                  <a:pt x="45" y="278"/>
                  <a:pt x="36" y="288"/>
                  <a:pt x="23" y="288"/>
                </a:cubicBezTo>
                <a:cubicBezTo>
                  <a:pt x="11" y="288"/>
                  <a:pt x="0" y="278"/>
                  <a:pt x="0" y="266"/>
                </a:cubicBezTo>
                <a:lnTo>
                  <a:pt x="0" y="22"/>
                </a:lnTo>
                <a:cubicBezTo>
                  <a:pt x="0" y="10"/>
                  <a:pt x="11" y="0"/>
                  <a:pt x="23" y="0"/>
                </a:cubicBezTo>
                <a:cubicBezTo>
                  <a:pt x="36" y="0"/>
                  <a:pt x="45" y="10"/>
                  <a:pt x="45" y="22"/>
                </a:cubicBezTo>
                <a:lnTo>
                  <a:pt x="45" y="266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1403640" y="3015360"/>
            <a:ext cx="51840" cy="78120"/>
          </a:xfrm>
          <a:custGeom>
            <a:avLst/>
            <a:gdLst/>
            <a:ahLst/>
            <a:rect l="0" t="0" r="r" b="b"/>
            <a:pathLst>
              <a:path w="144" h="217">
                <a:moveTo>
                  <a:pt x="133" y="3"/>
                </a:moveTo>
                <a:cubicBezTo>
                  <a:pt x="144" y="9"/>
                  <a:pt x="147" y="22"/>
                  <a:pt x="141" y="33"/>
                </a:cubicBezTo>
                <a:lnTo>
                  <a:pt x="42" y="206"/>
                </a:lnTo>
                <a:cubicBezTo>
                  <a:pt x="36" y="216"/>
                  <a:pt x="21" y="220"/>
                  <a:pt x="11" y="214"/>
                </a:cubicBezTo>
                <a:cubicBezTo>
                  <a:pt x="0" y="208"/>
                  <a:pt x="-3" y="194"/>
                  <a:pt x="3" y="184"/>
                </a:cubicBezTo>
                <a:lnTo>
                  <a:pt x="103" y="11"/>
                </a:lnTo>
                <a:cubicBezTo>
                  <a:pt x="109" y="0"/>
                  <a:pt x="123" y="-3"/>
                  <a:pt x="133" y="3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566720" y="2436840"/>
            <a:ext cx="51534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Бот напоминаний + Telegram Mini App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000080" y="3562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2" y="214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4" y="203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399320" y="3438360"/>
            <a:ext cx="129600" cy="129600"/>
          </a:xfrm>
          <a:custGeom>
            <a:avLst/>
            <a:gdLst/>
            <a:ahLst/>
            <a:rect l="0" t="0" r="r" b="b"/>
            <a:pathLst>
              <a:path w="360" h="360">
                <a:moveTo>
                  <a:pt x="347" y="211"/>
                </a:moveTo>
                <a:lnTo>
                  <a:pt x="148" y="13"/>
                </a:lnTo>
                <a:cubicBezTo>
                  <a:pt x="140" y="5"/>
                  <a:pt x="129" y="0"/>
                  <a:pt x="117" y="0"/>
                </a:cubicBezTo>
                <a:cubicBezTo>
                  <a:pt x="92" y="0"/>
                  <a:pt x="72" y="20"/>
                  <a:pt x="72" y="44"/>
                </a:cubicBezTo>
                <a:cubicBezTo>
                  <a:pt x="72" y="56"/>
                  <a:pt x="77" y="67"/>
                  <a:pt x="85" y="75"/>
                </a:cubicBezTo>
                <a:lnTo>
                  <a:pt x="0" y="160"/>
                </a:lnTo>
                <a:lnTo>
                  <a:pt x="199" y="360"/>
                </a:lnTo>
                <a:lnTo>
                  <a:pt x="285" y="274"/>
                </a:lnTo>
                <a:cubicBezTo>
                  <a:pt x="293" y="282"/>
                  <a:pt x="304" y="287"/>
                  <a:pt x="316" y="287"/>
                </a:cubicBezTo>
                <a:cubicBezTo>
                  <a:pt x="340" y="287"/>
                  <a:pt x="360" y="267"/>
                  <a:pt x="360" y="242"/>
                </a:cubicBezTo>
                <a:cubicBezTo>
                  <a:pt x="360" y="230"/>
                  <a:pt x="355" y="219"/>
                  <a:pt x="347" y="211"/>
                </a:cubicBez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1290600" y="3438360"/>
            <a:ext cx="238320" cy="286200"/>
          </a:xfrm>
          <a:custGeom>
            <a:avLst/>
            <a:gdLst/>
            <a:ahLst/>
            <a:rect l="0" t="0" r="r" b="b"/>
            <a:pathLst>
              <a:path w="662" h="795">
                <a:moveTo>
                  <a:pt x="420" y="0"/>
                </a:moveTo>
                <a:lnTo>
                  <a:pt x="89" y="0"/>
                </a:lnTo>
                <a:cubicBezTo>
                  <a:pt x="39" y="0"/>
                  <a:pt x="0" y="39"/>
                  <a:pt x="0" y="88"/>
                </a:cubicBezTo>
                <a:lnTo>
                  <a:pt x="0" y="707"/>
                </a:lnTo>
                <a:cubicBezTo>
                  <a:pt x="0" y="755"/>
                  <a:pt x="39" y="795"/>
                  <a:pt x="89" y="795"/>
                </a:cubicBezTo>
                <a:lnTo>
                  <a:pt x="574" y="795"/>
                </a:lnTo>
                <a:cubicBezTo>
                  <a:pt x="623" y="795"/>
                  <a:pt x="662" y="755"/>
                  <a:pt x="662" y="707"/>
                </a:cubicBezTo>
                <a:lnTo>
                  <a:pt x="662" y="242"/>
                </a:lnTo>
                <a:lnTo>
                  <a:pt x="464" y="242"/>
                </a:lnTo>
                <a:cubicBezTo>
                  <a:pt x="442" y="242"/>
                  <a:pt x="420" y="220"/>
                  <a:pt x="420" y="198"/>
                </a:cubicBezTo>
                <a:lnTo>
                  <a:pt x="420" y="0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322280" y="3438360"/>
            <a:ext cx="206640" cy="230400"/>
          </a:xfrm>
          <a:custGeom>
            <a:avLst/>
            <a:gdLst/>
            <a:ahLst/>
            <a:rect l="0" t="0" r="r" b="b"/>
            <a:pathLst>
              <a:path w="574" h="640">
                <a:moveTo>
                  <a:pt x="332" y="0"/>
                </a:moveTo>
                <a:lnTo>
                  <a:pt x="287" y="0"/>
                </a:lnTo>
                <a:lnTo>
                  <a:pt x="287" y="198"/>
                </a:lnTo>
                <a:cubicBezTo>
                  <a:pt x="287" y="247"/>
                  <a:pt x="327" y="287"/>
                  <a:pt x="376" y="287"/>
                </a:cubicBezTo>
                <a:lnTo>
                  <a:pt x="574" y="287"/>
                </a:lnTo>
                <a:lnTo>
                  <a:pt x="574" y="242"/>
                </a:lnTo>
                <a:lnTo>
                  <a:pt x="376" y="242"/>
                </a:lnTo>
                <a:cubicBezTo>
                  <a:pt x="354" y="242"/>
                  <a:pt x="332" y="220"/>
                  <a:pt x="332" y="198"/>
                </a:cubicBezTo>
                <a:lnTo>
                  <a:pt x="332" y="0"/>
                </a:lnTo>
                <a:moveTo>
                  <a:pt x="221" y="176"/>
                </a:moveTo>
                <a:cubicBezTo>
                  <a:pt x="221" y="189"/>
                  <a:pt x="211" y="198"/>
                  <a:pt x="199" y="198"/>
                </a:cubicBezTo>
                <a:lnTo>
                  <a:pt x="22" y="198"/>
                </a:lnTo>
                <a:cubicBezTo>
                  <a:pt x="10" y="198"/>
                  <a:pt x="0" y="189"/>
                  <a:pt x="0" y="176"/>
                </a:cubicBezTo>
                <a:cubicBezTo>
                  <a:pt x="0" y="164"/>
                  <a:pt x="10" y="154"/>
                  <a:pt x="22" y="154"/>
                </a:cubicBezTo>
                <a:lnTo>
                  <a:pt x="199" y="154"/>
                </a:lnTo>
                <a:cubicBezTo>
                  <a:pt x="211" y="154"/>
                  <a:pt x="221" y="164"/>
                  <a:pt x="221" y="176"/>
                </a:cubicBezTo>
                <a:moveTo>
                  <a:pt x="221" y="265"/>
                </a:moveTo>
                <a:cubicBezTo>
                  <a:pt x="221" y="277"/>
                  <a:pt x="211" y="287"/>
                  <a:pt x="199" y="287"/>
                </a:cubicBezTo>
                <a:lnTo>
                  <a:pt x="22" y="287"/>
                </a:lnTo>
                <a:cubicBezTo>
                  <a:pt x="10" y="287"/>
                  <a:pt x="0" y="277"/>
                  <a:pt x="0" y="265"/>
                </a:cubicBezTo>
                <a:cubicBezTo>
                  <a:pt x="0" y="252"/>
                  <a:pt x="10" y="242"/>
                  <a:pt x="22" y="242"/>
                </a:cubicBezTo>
                <a:lnTo>
                  <a:pt x="199" y="242"/>
                </a:lnTo>
                <a:cubicBezTo>
                  <a:pt x="211" y="242"/>
                  <a:pt x="221" y="252"/>
                  <a:pt x="221" y="265"/>
                </a:cubicBezTo>
                <a:moveTo>
                  <a:pt x="486" y="353"/>
                </a:moveTo>
                <a:cubicBezTo>
                  <a:pt x="486" y="366"/>
                  <a:pt x="476" y="376"/>
                  <a:pt x="464" y="376"/>
                </a:cubicBezTo>
                <a:lnTo>
                  <a:pt x="22" y="376"/>
                </a:lnTo>
                <a:cubicBezTo>
                  <a:pt x="10" y="376"/>
                  <a:pt x="0" y="366"/>
                  <a:pt x="0" y="353"/>
                </a:cubicBezTo>
                <a:cubicBezTo>
                  <a:pt x="0" y="341"/>
                  <a:pt x="10" y="331"/>
                  <a:pt x="22" y="331"/>
                </a:cubicBezTo>
                <a:lnTo>
                  <a:pt x="464" y="331"/>
                </a:lnTo>
                <a:cubicBezTo>
                  <a:pt x="476" y="331"/>
                  <a:pt x="486" y="341"/>
                  <a:pt x="486" y="353"/>
                </a:cubicBezTo>
                <a:moveTo>
                  <a:pt x="486" y="442"/>
                </a:moveTo>
                <a:cubicBezTo>
                  <a:pt x="486" y="454"/>
                  <a:pt x="476" y="464"/>
                  <a:pt x="464" y="464"/>
                </a:cubicBezTo>
                <a:lnTo>
                  <a:pt x="22" y="464"/>
                </a:lnTo>
                <a:cubicBezTo>
                  <a:pt x="10" y="464"/>
                  <a:pt x="0" y="454"/>
                  <a:pt x="0" y="442"/>
                </a:cubicBezTo>
                <a:cubicBezTo>
                  <a:pt x="0" y="430"/>
                  <a:pt x="10" y="420"/>
                  <a:pt x="22" y="420"/>
                </a:cubicBezTo>
                <a:lnTo>
                  <a:pt x="464" y="420"/>
                </a:lnTo>
                <a:cubicBezTo>
                  <a:pt x="476" y="420"/>
                  <a:pt x="486" y="430"/>
                  <a:pt x="486" y="442"/>
                </a:cubicBezTo>
                <a:moveTo>
                  <a:pt x="486" y="530"/>
                </a:moveTo>
                <a:cubicBezTo>
                  <a:pt x="486" y="542"/>
                  <a:pt x="476" y="552"/>
                  <a:pt x="464" y="552"/>
                </a:cubicBezTo>
                <a:lnTo>
                  <a:pt x="22" y="552"/>
                </a:lnTo>
                <a:cubicBezTo>
                  <a:pt x="10" y="552"/>
                  <a:pt x="0" y="542"/>
                  <a:pt x="0" y="530"/>
                </a:cubicBezTo>
                <a:cubicBezTo>
                  <a:pt x="0" y="518"/>
                  <a:pt x="10" y="508"/>
                  <a:pt x="22" y="508"/>
                </a:cubicBezTo>
                <a:lnTo>
                  <a:pt x="464" y="508"/>
                </a:lnTo>
                <a:cubicBezTo>
                  <a:pt x="476" y="508"/>
                  <a:pt x="486" y="518"/>
                  <a:pt x="486" y="530"/>
                </a:cubicBezTo>
                <a:moveTo>
                  <a:pt x="486" y="618"/>
                </a:moveTo>
                <a:cubicBezTo>
                  <a:pt x="486" y="631"/>
                  <a:pt x="476" y="640"/>
                  <a:pt x="464" y="640"/>
                </a:cubicBezTo>
                <a:lnTo>
                  <a:pt x="22" y="640"/>
                </a:lnTo>
                <a:cubicBezTo>
                  <a:pt x="10" y="640"/>
                  <a:pt x="0" y="631"/>
                  <a:pt x="0" y="618"/>
                </a:cubicBezTo>
                <a:cubicBezTo>
                  <a:pt x="0" y="606"/>
                  <a:pt x="10" y="596"/>
                  <a:pt x="22" y="596"/>
                </a:cubicBezTo>
                <a:lnTo>
                  <a:pt x="464" y="596"/>
                </a:lnTo>
                <a:cubicBezTo>
                  <a:pt x="476" y="596"/>
                  <a:pt x="486" y="606"/>
                  <a:pt x="486" y="618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566720" y="2941920"/>
            <a:ext cx="54108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Расписание, часовые пояса, статистика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1000080" y="4066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6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4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4" y="36"/>
                </a:cubicBezTo>
                <a:cubicBezTo>
                  <a:pt x="46" y="25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10"/>
                </a:cubicBezTo>
                <a:cubicBezTo>
                  <a:pt x="179" y="16"/>
                  <a:pt x="192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1369800" y="3948120"/>
            <a:ext cx="174960" cy="209880"/>
          </a:xfrm>
          <a:custGeom>
            <a:avLst/>
            <a:gdLst/>
            <a:ahLst/>
            <a:rect l="0" t="0" r="r" b="b"/>
            <a:pathLst>
              <a:path w="486" h="583">
                <a:moveTo>
                  <a:pt x="354" y="444"/>
                </a:moveTo>
                <a:lnTo>
                  <a:pt x="354" y="401"/>
                </a:lnTo>
                <a:cubicBezTo>
                  <a:pt x="376" y="378"/>
                  <a:pt x="418" y="336"/>
                  <a:pt x="429" y="284"/>
                </a:cubicBezTo>
                <a:cubicBezTo>
                  <a:pt x="432" y="285"/>
                  <a:pt x="430" y="287"/>
                  <a:pt x="433" y="287"/>
                </a:cubicBezTo>
                <a:cubicBezTo>
                  <a:pt x="450" y="287"/>
                  <a:pt x="461" y="265"/>
                  <a:pt x="461" y="238"/>
                </a:cubicBezTo>
                <a:cubicBezTo>
                  <a:pt x="461" y="212"/>
                  <a:pt x="447" y="191"/>
                  <a:pt x="430" y="190"/>
                </a:cubicBezTo>
                <a:cubicBezTo>
                  <a:pt x="433" y="178"/>
                  <a:pt x="435" y="163"/>
                  <a:pt x="435" y="144"/>
                </a:cubicBezTo>
                <a:cubicBezTo>
                  <a:pt x="435" y="79"/>
                  <a:pt x="379" y="0"/>
                  <a:pt x="252" y="0"/>
                </a:cubicBezTo>
                <a:cubicBezTo>
                  <a:pt x="140" y="0"/>
                  <a:pt x="70" y="79"/>
                  <a:pt x="70" y="144"/>
                </a:cubicBezTo>
                <a:cubicBezTo>
                  <a:pt x="70" y="163"/>
                  <a:pt x="71" y="178"/>
                  <a:pt x="73" y="190"/>
                </a:cubicBezTo>
                <a:cubicBezTo>
                  <a:pt x="58" y="193"/>
                  <a:pt x="46" y="213"/>
                  <a:pt x="46" y="238"/>
                </a:cubicBezTo>
                <a:cubicBezTo>
                  <a:pt x="46" y="265"/>
                  <a:pt x="59" y="287"/>
                  <a:pt x="76" y="287"/>
                </a:cubicBezTo>
                <a:cubicBezTo>
                  <a:pt x="79" y="287"/>
                  <a:pt x="75" y="285"/>
                  <a:pt x="78" y="284"/>
                </a:cubicBezTo>
                <a:cubicBezTo>
                  <a:pt x="88" y="336"/>
                  <a:pt x="132" y="378"/>
                  <a:pt x="154" y="401"/>
                </a:cubicBezTo>
                <a:lnTo>
                  <a:pt x="154" y="442"/>
                </a:lnTo>
                <a:cubicBezTo>
                  <a:pt x="66" y="453"/>
                  <a:pt x="0" y="500"/>
                  <a:pt x="0" y="547"/>
                </a:cubicBezTo>
                <a:lnTo>
                  <a:pt x="0" y="565"/>
                </a:lnTo>
                <a:cubicBezTo>
                  <a:pt x="0" y="583"/>
                  <a:pt x="18" y="583"/>
                  <a:pt x="36" y="583"/>
                </a:cubicBezTo>
                <a:lnTo>
                  <a:pt x="450" y="583"/>
                </a:lnTo>
                <a:cubicBezTo>
                  <a:pt x="468" y="583"/>
                  <a:pt x="486" y="583"/>
                  <a:pt x="486" y="565"/>
                </a:cubicBezTo>
                <a:lnTo>
                  <a:pt x="486" y="547"/>
                </a:lnTo>
                <a:cubicBezTo>
                  <a:pt x="486" y="503"/>
                  <a:pt x="420" y="459"/>
                  <a:pt x="354" y="444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1274760" y="4011840"/>
            <a:ext cx="174960" cy="209520"/>
          </a:xfrm>
          <a:custGeom>
            <a:avLst/>
            <a:gdLst/>
            <a:ahLst/>
            <a:rect l="0" t="0" r="r" b="b"/>
            <a:pathLst>
              <a:path w="486" h="582">
                <a:moveTo>
                  <a:pt x="353" y="444"/>
                </a:moveTo>
                <a:lnTo>
                  <a:pt x="353" y="400"/>
                </a:lnTo>
                <a:cubicBezTo>
                  <a:pt x="375" y="378"/>
                  <a:pt x="418" y="337"/>
                  <a:pt x="428" y="284"/>
                </a:cubicBezTo>
                <a:cubicBezTo>
                  <a:pt x="431" y="286"/>
                  <a:pt x="429" y="287"/>
                  <a:pt x="433" y="287"/>
                </a:cubicBezTo>
                <a:cubicBezTo>
                  <a:pt x="449" y="287"/>
                  <a:pt x="460" y="265"/>
                  <a:pt x="460" y="239"/>
                </a:cubicBezTo>
                <a:cubicBezTo>
                  <a:pt x="460" y="212"/>
                  <a:pt x="446" y="191"/>
                  <a:pt x="430" y="190"/>
                </a:cubicBezTo>
                <a:cubicBezTo>
                  <a:pt x="433" y="178"/>
                  <a:pt x="434" y="163"/>
                  <a:pt x="434" y="143"/>
                </a:cubicBezTo>
                <a:cubicBezTo>
                  <a:pt x="434" y="78"/>
                  <a:pt x="378" y="0"/>
                  <a:pt x="252" y="0"/>
                </a:cubicBezTo>
                <a:cubicBezTo>
                  <a:pt x="141" y="0"/>
                  <a:pt x="70" y="78"/>
                  <a:pt x="70" y="143"/>
                </a:cubicBezTo>
                <a:cubicBezTo>
                  <a:pt x="70" y="162"/>
                  <a:pt x="71" y="178"/>
                  <a:pt x="73" y="191"/>
                </a:cubicBezTo>
                <a:cubicBezTo>
                  <a:pt x="57" y="193"/>
                  <a:pt x="45" y="213"/>
                  <a:pt x="45" y="239"/>
                </a:cubicBezTo>
                <a:cubicBezTo>
                  <a:pt x="45" y="265"/>
                  <a:pt x="59" y="287"/>
                  <a:pt x="75" y="287"/>
                </a:cubicBezTo>
                <a:cubicBezTo>
                  <a:pt x="79" y="287"/>
                  <a:pt x="74" y="286"/>
                  <a:pt x="77" y="284"/>
                </a:cubicBezTo>
                <a:cubicBezTo>
                  <a:pt x="88" y="337"/>
                  <a:pt x="133" y="378"/>
                  <a:pt x="155" y="400"/>
                </a:cubicBezTo>
                <a:lnTo>
                  <a:pt x="155" y="441"/>
                </a:lnTo>
                <a:cubicBezTo>
                  <a:pt x="66" y="452"/>
                  <a:pt x="0" y="499"/>
                  <a:pt x="0" y="546"/>
                </a:cubicBezTo>
                <a:lnTo>
                  <a:pt x="0" y="564"/>
                </a:lnTo>
                <a:cubicBezTo>
                  <a:pt x="0" y="582"/>
                  <a:pt x="18" y="582"/>
                  <a:pt x="36" y="582"/>
                </a:cubicBezTo>
                <a:lnTo>
                  <a:pt x="450" y="582"/>
                </a:lnTo>
                <a:cubicBezTo>
                  <a:pt x="467" y="582"/>
                  <a:pt x="486" y="582"/>
                  <a:pt x="486" y="564"/>
                </a:cubicBezTo>
                <a:lnTo>
                  <a:pt x="486" y="546"/>
                </a:lnTo>
                <a:cubicBezTo>
                  <a:pt x="486" y="502"/>
                  <a:pt x="419" y="458"/>
                  <a:pt x="353" y="444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566720" y="3436920"/>
            <a:ext cx="52020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PDF-экспорт для врача, серии, ачивки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000080" y="4562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4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267560" y="4453920"/>
            <a:ext cx="284400" cy="254880"/>
          </a:xfrm>
          <a:custGeom>
            <a:avLst/>
            <a:gdLst/>
            <a:ahLst/>
            <a:rect l="0" t="0" r="r" b="b"/>
            <a:pathLst>
              <a:path w="790" h="708">
                <a:moveTo>
                  <a:pt x="790" y="219"/>
                </a:moveTo>
                <a:cubicBezTo>
                  <a:pt x="790" y="99"/>
                  <a:pt x="692" y="0"/>
                  <a:pt x="572" y="0"/>
                </a:cubicBezTo>
                <a:cubicBezTo>
                  <a:pt x="499" y="0"/>
                  <a:pt x="435" y="37"/>
                  <a:pt x="395" y="92"/>
                </a:cubicBezTo>
                <a:cubicBezTo>
                  <a:pt x="356" y="37"/>
                  <a:pt x="291" y="0"/>
                  <a:pt x="219" y="0"/>
                </a:cubicBezTo>
                <a:cubicBezTo>
                  <a:pt x="98" y="0"/>
                  <a:pt x="0" y="99"/>
                  <a:pt x="0" y="219"/>
                </a:cubicBezTo>
                <a:cubicBezTo>
                  <a:pt x="0" y="236"/>
                  <a:pt x="2" y="252"/>
                  <a:pt x="6" y="268"/>
                </a:cubicBezTo>
                <a:cubicBezTo>
                  <a:pt x="37" y="456"/>
                  <a:pt x="246" y="654"/>
                  <a:pt x="395" y="708"/>
                </a:cubicBezTo>
                <a:cubicBezTo>
                  <a:pt x="545" y="654"/>
                  <a:pt x="754" y="456"/>
                  <a:pt x="784" y="268"/>
                </a:cubicBezTo>
                <a:cubicBezTo>
                  <a:pt x="788" y="253"/>
                  <a:pt x="790" y="236"/>
                  <a:pt x="790" y="219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566720" y="3942000"/>
            <a:ext cx="39142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«Забота» — связь аккаунтов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1566720" y="4437360"/>
            <a:ext cx="46962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Анонимные пожелания поддержки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5018400"/>
            <a:ext cx="46335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Боевой сервис, не «hello world».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145040" y="2321280"/>
            <a:ext cx="392508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4500" spc="-1" strike="noStrike">
                <a:solidFill>
                  <a:srgbClr val="1a1a2e"/>
                </a:solidFill>
                <a:latin typeface="Arial"/>
                <a:ea typeface="Arial"/>
              </a:rPr>
              <a:t>228 коммитов</a:t>
            </a:r>
            <a:endParaRPr b="0" lang="en-US" sz="4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867760" y="3427200"/>
            <a:ext cx="64670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a1a2e"/>
                </a:solidFill>
                <a:latin typeface="Arial"/>
                <a:ea typeface="Arial"/>
              </a:rPr>
              <a:t>227 тестов · ~20 000 строк · 9 дней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492080" y="4199040"/>
            <a:ext cx="32162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96 feat · 57 fix · 20 docs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66720" y="2199600"/>
            <a:ext cx="1123920" cy="55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00" spc="-1" strike="noStrike">
                <a:solidFill>
                  <a:srgbClr val="1a1a2e"/>
                </a:solidFill>
                <a:latin typeface="Arial"/>
                <a:ea typeface="Arial"/>
              </a:rPr>
              <a:t>Стек</a:t>
            </a:r>
            <a:endParaRPr b="0" lang="en-US" sz="3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666720" y="3151440"/>
            <a:ext cx="77774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Сервер: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Python 3.14 · FastAPI · PostgreSQL · Redis + ARQ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666720" y="3732480"/>
            <a:ext cx="76161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Интерфейс: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React 19 · Vite · TypeScript · TanStack Query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66720" y="4313520"/>
            <a:ext cx="103240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Инфраструктура: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systemd · Caddy · GitHub Actions (авто-сборка и выкладка)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66720" y="1494720"/>
            <a:ext cx="6845040" cy="55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00" spc="-1" strike="noStrike">
                <a:solidFill>
                  <a:srgbClr val="1a1a2e"/>
                </a:solidFill>
                <a:latin typeface="Arial"/>
                <a:ea typeface="Arial"/>
              </a:rPr>
              <a:t>Метод: ИИ как исполнитель</a:t>
            </a:r>
            <a:endParaRPr b="0" lang="en-US" sz="3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66720" y="2436840"/>
            <a:ext cx="45910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Не «напиши приложение», а цикл: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920520" y="3017880"/>
            <a:ext cx="38185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1.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Фазы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одна цель за раз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920520" y="3522960"/>
            <a:ext cx="4365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2.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CLAUDE.md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память агента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20520" y="4017960"/>
            <a:ext cx="50698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3.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ROADMAP + HISTORY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летопись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920520" y="4523040"/>
            <a:ext cx="81453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4.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Аудиты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безопасность, одновременный доступ, данные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20520" y="5018400"/>
            <a:ext cx="47919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5.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Тесты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не прошли, не деплоим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671400" y="2185920"/>
            <a:ext cx="10849320" cy="2829240"/>
          </a:xfrm>
          <a:custGeom>
            <a:avLst/>
            <a:gdLst/>
            <a:ahLst/>
            <a:rect l="0" t="0" r="r" b="b"/>
            <a:pathLst>
              <a:path w="30137" h="7859">
                <a:moveTo>
                  <a:pt x="0" y="771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7" y="30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991" y="0"/>
                </a:lnTo>
                <a:cubicBezTo>
                  <a:pt x="30001" y="0"/>
                  <a:pt x="30010" y="1"/>
                  <a:pt x="30020" y="2"/>
                </a:cubicBezTo>
                <a:cubicBezTo>
                  <a:pt x="30029" y="4"/>
                  <a:pt x="30038" y="7"/>
                  <a:pt x="30047" y="11"/>
                </a:cubicBezTo>
                <a:cubicBezTo>
                  <a:pt x="30056" y="14"/>
                  <a:pt x="30064" y="19"/>
                  <a:pt x="30072" y="24"/>
                </a:cubicBezTo>
                <a:cubicBezTo>
                  <a:pt x="30080" y="30"/>
                  <a:pt x="30087" y="36"/>
                  <a:pt x="30094" y="42"/>
                </a:cubicBezTo>
                <a:cubicBezTo>
                  <a:pt x="30101" y="49"/>
                  <a:pt x="30107" y="56"/>
                  <a:pt x="30112" y="64"/>
                </a:cubicBezTo>
                <a:cubicBezTo>
                  <a:pt x="30118" y="72"/>
                  <a:pt x="30122" y="81"/>
                  <a:pt x="30126" y="90"/>
                </a:cubicBezTo>
                <a:cubicBezTo>
                  <a:pt x="30129" y="98"/>
                  <a:pt x="30132" y="107"/>
                  <a:pt x="30134" y="117"/>
                </a:cubicBezTo>
                <a:cubicBezTo>
                  <a:pt x="30136" y="126"/>
                  <a:pt x="30137" y="136"/>
                  <a:pt x="30137" y="145"/>
                </a:cubicBezTo>
                <a:lnTo>
                  <a:pt x="30137" y="7713"/>
                </a:lnTo>
                <a:cubicBezTo>
                  <a:pt x="30137" y="7723"/>
                  <a:pt x="30136" y="7732"/>
                  <a:pt x="30134" y="7742"/>
                </a:cubicBezTo>
                <a:cubicBezTo>
                  <a:pt x="30132" y="7751"/>
                  <a:pt x="30129" y="7760"/>
                  <a:pt x="30126" y="7769"/>
                </a:cubicBezTo>
                <a:cubicBezTo>
                  <a:pt x="30122" y="7778"/>
                  <a:pt x="30118" y="7786"/>
                  <a:pt x="30112" y="7794"/>
                </a:cubicBezTo>
                <a:cubicBezTo>
                  <a:pt x="30107" y="7802"/>
                  <a:pt x="30101" y="7809"/>
                  <a:pt x="30094" y="7816"/>
                </a:cubicBezTo>
                <a:cubicBezTo>
                  <a:pt x="30087" y="7823"/>
                  <a:pt x="30080" y="7829"/>
                  <a:pt x="30072" y="7834"/>
                </a:cubicBezTo>
                <a:cubicBezTo>
                  <a:pt x="30064" y="7840"/>
                  <a:pt x="30056" y="7844"/>
                  <a:pt x="30047" y="7848"/>
                </a:cubicBezTo>
                <a:cubicBezTo>
                  <a:pt x="30038" y="7851"/>
                  <a:pt x="30029" y="7854"/>
                  <a:pt x="30020" y="7856"/>
                </a:cubicBezTo>
                <a:cubicBezTo>
                  <a:pt x="30010" y="7858"/>
                  <a:pt x="30001" y="7859"/>
                  <a:pt x="29991" y="7859"/>
                </a:cubicBezTo>
                <a:lnTo>
                  <a:pt x="145" y="7859"/>
                </a:lnTo>
                <a:cubicBezTo>
                  <a:pt x="136" y="7859"/>
                  <a:pt x="126" y="7858"/>
                  <a:pt x="117" y="7856"/>
                </a:cubicBezTo>
                <a:cubicBezTo>
                  <a:pt x="108" y="7854"/>
                  <a:pt x="98" y="7851"/>
                  <a:pt x="90" y="7848"/>
                </a:cubicBezTo>
                <a:cubicBezTo>
                  <a:pt x="81" y="7844"/>
                  <a:pt x="72" y="7840"/>
                  <a:pt x="64" y="7834"/>
                </a:cubicBezTo>
                <a:cubicBezTo>
                  <a:pt x="57" y="7829"/>
                  <a:pt x="49" y="7823"/>
                  <a:pt x="42" y="7816"/>
                </a:cubicBezTo>
                <a:cubicBezTo>
                  <a:pt x="36" y="7809"/>
                  <a:pt x="30" y="7802"/>
                  <a:pt x="24" y="7794"/>
                </a:cubicBezTo>
                <a:cubicBezTo>
                  <a:pt x="19" y="7786"/>
                  <a:pt x="15" y="7778"/>
                  <a:pt x="11" y="7769"/>
                </a:cubicBezTo>
                <a:cubicBezTo>
                  <a:pt x="7" y="7760"/>
                  <a:pt x="4" y="7751"/>
                  <a:pt x="3" y="7742"/>
                </a:cubicBezTo>
                <a:cubicBezTo>
                  <a:pt x="1" y="7732"/>
                  <a:pt x="0" y="7723"/>
                  <a:pt x="0" y="771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671400" y="2185920"/>
            <a:ext cx="10849320" cy="2829240"/>
          </a:xfrm>
          <a:custGeom>
            <a:avLst/>
            <a:gdLst/>
            <a:ahLst/>
            <a:rect l="0" t="0" r="r" b="b"/>
            <a:pathLst>
              <a:path w="30137" h="7859">
                <a:moveTo>
                  <a:pt x="0" y="771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7" y="30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991" y="0"/>
                </a:lnTo>
                <a:cubicBezTo>
                  <a:pt x="30001" y="0"/>
                  <a:pt x="30010" y="1"/>
                  <a:pt x="30020" y="2"/>
                </a:cubicBezTo>
                <a:cubicBezTo>
                  <a:pt x="30029" y="4"/>
                  <a:pt x="30038" y="7"/>
                  <a:pt x="30047" y="11"/>
                </a:cubicBezTo>
                <a:cubicBezTo>
                  <a:pt x="30056" y="14"/>
                  <a:pt x="30064" y="19"/>
                  <a:pt x="30072" y="24"/>
                </a:cubicBezTo>
                <a:cubicBezTo>
                  <a:pt x="30080" y="30"/>
                  <a:pt x="30087" y="36"/>
                  <a:pt x="30094" y="42"/>
                </a:cubicBezTo>
                <a:cubicBezTo>
                  <a:pt x="30101" y="49"/>
                  <a:pt x="30107" y="56"/>
                  <a:pt x="30112" y="64"/>
                </a:cubicBezTo>
                <a:cubicBezTo>
                  <a:pt x="30118" y="72"/>
                  <a:pt x="30122" y="81"/>
                  <a:pt x="30126" y="90"/>
                </a:cubicBezTo>
                <a:cubicBezTo>
                  <a:pt x="30129" y="98"/>
                  <a:pt x="30132" y="107"/>
                  <a:pt x="30134" y="117"/>
                </a:cubicBezTo>
                <a:cubicBezTo>
                  <a:pt x="30136" y="126"/>
                  <a:pt x="30137" y="136"/>
                  <a:pt x="30137" y="145"/>
                </a:cubicBezTo>
                <a:lnTo>
                  <a:pt x="30137" y="7713"/>
                </a:lnTo>
                <a:cubicBezTo>
                  <a:pt x="30137" y="7723"/>
                  <a:pt x="30136" y="7732"/>
                  <a:pt x="30134" y="7742"/>
                </a:cubicBezTo>
                <a:cubicBezTo>
                  <a:pt x="30132" y="7751"/>
                  <a:pt x="30129" y="7760"/>
                  <a:pt x="30126" y="7769"/>
                </a:cubicBezTo>
                <a:cubicBezTo>
                  <a:pt x="30122" y="7778"/>
                  <a:pt x="30118" y="7786"/>
                  <a:pt x="30112" y="7794"/>
                </a:cubicBezTo>
                <a:cubicBezTo>
                  <a:pt x="30107" y="7802"/>
                  <a:pt x="30101" y="7809"/>
                  <a:pt x="30094" y="7816"/>
                </a:cubicBezTo>
                <a:cubicBezTo>
                  <a:pt x="30087" y="7823"/>
                  <a:pt x="30080" y="7829"/>
                  <a:pt x="30072" y="7834"/>
                </a:cubicBezTo>
                <a:cubicBezTo>
                  <a:pt x="30064" y="7840"/>
                  <a:pt x="30056" y="7844"/>
                  <a:pt x="30047" y="7848"/>
                </a:cubicBezTo>
                <a:cubicBezTo>
                  <a:pt x="30038" y="7851"/>
                  <a:pt x="30029" y="7854"/>
                  <a:pt x="30020" y="7856"/>
                </a:cubicBezTo>
                <a:cubicBezTo>
                  <a:pt x="30010" y="7858"/>
                  <a:pt x="30001" y="7859"/>
                  <a:pt x="29991" y="7859"/>
                </a:cubicBezTo>
                <a:lnTo>
                  <a:pt x="145" y="7859"/>
                </a:lnTo>
                <a:cubicBezTo>
                  <a:pt x="136" y="7859"/>
                  <a:pt x="126" y="7858"/>
                  <a:pt x="117" y="7856"/>
                </a:cubicBezTo>
                <a:cubicBezTo>
                  <a:pt x="108" y="7854"/>
                  <a:pt x="98" y="7851"/>
                  <a:pt x="90" y="7848"/>
                </a:cubicBezTo>
                <a:cubicBezTo>
                  <a:pt x="81" y="7844"/>
                  <a:pt x="72" y="7840"/>
                  <a:pt x="64" y="7834"/>
                </a:cubicBezTo>
                <a:cubicBezTo>
                  <a:pt x="57" y="7829"/>
                  <a:pt x="49" y="7823"/>
                  <a:pt x="42" y="7816"/>
                </a:cubicBezTo>
                <a:cubicBezTo>
                  <a:pt x="36" y="7809"/>
                  <a:pt x="30" y="7802"/>
                  <a:pt x="24" y="7794"/>
                </a:cubicBezTo>
                <a:cubicBezTo>
                  <a:pt x="19" y="7786"/>
                  <a:pt x="15" y="7778"/>
                  <a:pt x="11" y="7769"/>
                </a:cubicBezTo>
                <a:cubicBezTo>
                  <a:pt x="7" y="7760"/>
                  <a:pt x="4" y="7751"/>
                  <a:pt x="3" y="7742"/>
                </a:cubicBezTo>
                <a:cubicBezTo>
                  <a:pt x="1" y="7732"/>
                  <a:pt x="0" y="7723"/>
                  <a:pt x="0" y="771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66720" y="1285200"/>
            <a:ext cx="3420720" cy="55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00" spc="-1" strike="noStrike">
                <a:solidFill>
                  <a:srgbClr val="1a1a2e"/>
                </a:solidFill>
                <a:latin typeface="Arial"/>
                <a:ea typeface="Arial"/>
              </a:rPr>
              <a:t>Рабочий цикл</a:t>
            </a:r>
            <a:endParaRPr b="0" lang="en-US" sz="3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28720" y="2340720"/>
            <a:ext cx="13176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Цель фазы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28720" y="2617200"/>
            <a:ext cx="4395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  ↓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28720" y="2902680"/>
            <a:ext cx="526752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Агент: план → код + миграция + тесты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28720" y="3179160"/>
            <a:ext cx="4395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  ↓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28720" y="3455280"/>
            <a:ext cx="117108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Я: ревью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828720" y="3741120"/>
            <a:ext cx="4395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  ↓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28720" y="4017240"/>
            <a:ext cx="643824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Агент: фикс + тест, чтобы не сломалось снова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828720" y="4293360"/>
            <a:ext cx="4395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  ↓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828720" y="4579200"/>
            <a:ext cx="29268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20" spc="-1" strike="noStrike">
                <a:solidFill>
                  <a:srgbClr val="5b3df5"/>
                </a:solidFill>
                <a:latin typeface="Courier New"/>
                <a:ea typeface="Courier New"/>
              </a:rPr>
              <a:t>Коммит → CI → деплой</a:t>
            </a:r>
            <a:endParaRPr b="0" lang="en-US" sz="1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66720" y="5227920"/>
            <a:ext cx="45421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Я ни строки не написал руками.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520520" y="2616480"/>
            <a:ext cx="317376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4500" spc="-1" strike="noStrike">
                <a:solidFill>
                  <a:srgbClr val="1a1a2e"/>
                </a:solidFill>
                <a:latin typeface="Arial"/>
                <a:ea typeface="Arial"/>
              </a:rPr>
              <a:t>Сложности</a:t>
            </a:r>
            <a:endParaRPr b="0" lang="en-US" sz="4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187520" y="3722400"/>
            <a:ext cx="38502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a1a2e"/>
                </a:solidFill>
                <a:latin typeface="Arial"/>
                <a:ea typeface="Arial"/>
              </a:rPr>
              <a:t>Где ИИ спотыкается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7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66720" y="761400"/>
            <a:ext cx="4240440" cy="55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00" spc="-1" strike="noStrike">
                <a:solidFill>
                  <a:srgbClr val="1a1a2e"/>
                </a:solidFill>
                <a:latin typeface="Arial"/>
                <a:ea typeface="Arial"/>
              </a:rPr>
              <a:t>4 категории боли</a:t>
            </a:r>
            <a:endParaRPr b="0" lang="en-US" sz="3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66720" y="1713240"/>
            <a:ext cx="103075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1. Толпа пользователей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пишет для одного, ломается на многих: дубли и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66720" y="2141640"/>
            <a:ext cx="9522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затёртые данные, когда одну запись меняют сразу несколько запросов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66720" y="2722680"/>
            <a:ext cx="99082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2. Масштаб системы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думает «здесь и сейчас»: не видит, где хранятся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66720" y="3151440"/>
            <a:ext cx="85838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данные, что уцелеет после перезапуска, откуда берётся конфиг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66720" y="3732480"/>
            <a:ext cx="99784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3. Крупные переделки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не убирает за собой: после разворота остаётся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66720" y="4160880"/>
            <a:ext cx="55677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мёртвый код и устаревшая документация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66720" y="4741920"/>
            <a:ext cx="108486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4. Обманчивая уверенность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звучит убедительно, даже когда неправ; правка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66720" y="5170680"/>
            <a:ext cx="32896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одного ломает соседнее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66720" y="5751720"/>
            <a:ext cx="105483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Обычный сценарий — отлично. Всю системную картину держит человек.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8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4471200" y="1918440"/>
            <a:ext cx="344520" cy="344520"/>
          </a:xfrm>
          <a:custGeom>
            <a:avLst/>
            <a:gdLst/>
            <a:ahLst/>
            <a:rect l="0" t="0" r="r" b="b"/>
            <a:pathLst>
              <a:path w="957" h="957">
                <a:moveTo>
                  <a:pt x="0" y="268"/>
                </a:moveTo>
                <a:lnTo>
                  <a:pt x="306" y="0"/>
                </a:lnTo>
                <a:lnTo>
                  <a:pt x="918" y="39"/>
                </a:lnTo>
                <a:lnTo>
                  <a:pt x="957" y="650"/>
                </a:lnTo>
                <a:lnTo>
                  <a:pt x="689" y="957"/>
                </a:lnTo>
                <a:cubicBezTo>
                  <a:pt x="689" y="957"/>
                  <a:pt x="689" y="727"/>
                  <a:pt x="459" y="497"/>
                </a:cubicBezTo>
                <a:cubicBezTo>
                  <a:pt x="229" y="268"/>
                  <a:pt x="0" y="268"/>
                  <a:pt x="0" y="268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4470840" y="2072520"/>
            <a:ext cx="193320" cy="190440"/>
          </a:xfrm>
          <a:custGeom>
            <a:avLst/>
            <a:gdLst/>
            <a:ahLst/>
            <a:rect l="0" t="0" r="r" b="b"/>
            <a:pathLst>
              <a:path w="537" h="529">
                <a:moveTo>
                  <a:pt x="0" y="529"/>
                </a:moveTo>
                <a:cubicBezTo>
                  <a:pt x="0" y="529"/>
                  <a:pt x="-1" y="223"/>
                  <a:pt x="114" y="107"/>
                </a:cubicBezTo>
                <a:cubicBezTo>
                  <a:pt x="231" y="-8"/>
                  <a:pt x="537" y="0"/>
                  <a:pt x="537" y="0"/>
                </a:cubicBezTo>
                <a:cubicBezTo>
                  <a:pt x="537" y="0"/>
                  <a:pt x="537" y="299"/>
                  <a:pt x="423" y="414"/>
                </a:cubicBezTo>
                <a:cubicBezTo>
                  <a:pt x="308" y="529"/>
                  <a:pt x="0" y="529"/>
                  <a:pt x="0" y="529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4526280" y="2097360"/>
            <a:ext cx="110520" cy="110520"/>
          </a:xfrm>
          <a:custGeom>
            <a:avLst/>
            <a:gdLst/>
            <a:ahLst/>
            <a:rect l="0" t="0" r="r" b="b"/>
            <a:pathLst>
              <a:path w="307" h="307">
                <a:moveTo>
                  <a:pt x="307" y="154"/>
                </a:moveTo>
                <a:cubicBezTo>
                  <a:pt x="307" y="164"/>
                  <a:pt x="306" y="174"/>
                  <a:pt x="304" y="184"/>
                </a:cubicBezTo>
                <a:cubicBezTo>
                  <a:pt x="302" y="194"/>
                  <a:pt x="299" y="203"/>
                  <a:pt x="295" y="213"/>
                </a:cubicBezTo>
                <a:cubicBezTo>
                  <a:pt x="291" y="222"/>
                  <a:pt x="287" y="231"/>
                  <a:pt x="281" y="239"/>
                </a:cubicBezTo>
                <a:cubicBezTo>
                  <a:pt x="275" y="247"/>
                  <a:pt x="269" y="255"/>
                  <a:pt x="262" y="262"/>
                </a:cubicBezTo>
                <a:cubicBezTo>
                  <a:pt x="255" y="269"/>
                  <a:pt x="247" y="276"/>
                  <a:pt x="239" y="281"/>
                </a:cubicBezTo>
                <a:cubicBezTo>
                  <a:pt x="231" y="287"/>
                  <a:pt x="222" y="291"/>
                  <a:pt x="212" y="295"/>
                </a:cubicBezTo>
                <a:cubicBezTo>
                  <a:pt x="203" y="299"/>
                  <a:pt x="194" y="302"/>
                  <a:pt x="184" y="304"/>
                </a:cubicBezTo>
                <a:cubicBezTo>
                  <a:pt x="174" y="306"/>
                  <a:pt x="164" y="307"/>
                  <a:pt x="154" y="307"/>
                </a:cubicBezTo>
                <a:cubicBezTo>
                  <a:pt x="144" y="307"/>
                  <a:pt x="134" y="306"/>
                  <a:pt x="124" y="304"/>
                </a:cubicBezTo>
                <a:cubicBezTo>
                  <a:pt x="114" y="302"/>
                  <a:pt x="105" y="299"/>
                  <a:pt x="95" y="295"/>
                </a:cubicBezTo>
                <a:cubicBezTo>
                  <a:pt x="86" y="291"/>
                  <a:pt x="76" y="287"/>
                  <a:pt x="68" y="281"/>
                </a:cubicBezTo>
                <a:cubicBezTo>
                  <a:pt x="60" y="276"/>
                  <a:pt x="52" y="269"/>
                  <a:pt x="45" y="262"/>
                </a:cubicBezTo>
                <a:cubicBezTo>
                  <a:pt x="38" y="255"/>
                  <a:pt x="31" y="247"/>
                  <a:pt x="26" y="239"/>
                </a:cubicBezTo>
                <a:cubicBezTo>
                  <a:pt x="20" y="231"/>
                  <a:pt x="16" y="222"/>
                  <a:pt x="12" y="213"/>
                </a:cubicBezTo>
                <a:cubicBezTo>
                  <a:pt x="8" y="203"/>
                  <a:pt x="5" y="194"/>
                  <a:pt x="3" y="184"/>
                </a:cubicBezTo>
                <a:cubicBezTo>
                  <a:pt x="1" y="174"/>
                  <a:pt x="0" y="164"/>
                  <a:pt x="0" y="154"/>
                </a:cubicBezTo>
                <a:cubicBezTo>
                  <a:pt x="0" y="144"/>
                  <a:pt x="1" y="134"/>
                  <a:pt x="3" y="124"/>
                </a:cubicBezTo>
                <a:cubicBezTo>
                  <a:pt x="5" y="113"/>
                  <a:pt x="8" y="104"/>
                  <a:pt x="12" y="95"/>
                </a:cubicBezTo>
                <a:cubicBezTo>
                  <a:pt x="16" y="85"/>
                  <a:pt x="20" y="76"/>
                  <a:pt x="26" y="68"/>
                </a:cubicBezTo>
                <a:cubicBezTo>
                  <a:pt x="31" y="60"/>
                  <a:pt x="38" y="52"/>
                  <a:pt x="45" y="45"/>
                </a:cubicBezTo>
                <a:cubicBezTo>
                  <a:pt x="52" y="38"/>
                  <a:pt x="60" y="32"/>
                  <a:pt x="68" y="26"/>
                </a:cubicBezTo>
                <a:cubicBezTo>
                  <a:pt x="76" y="20"/>
                  <a:pt x="86" y="16"/>
                  <a:pt x="95" y="12"/>
                </a:cubicBezTo>
                <a:cubicBezTo>
                  <a:pt x="105" y="8"/>
                  <a:pt x="114" y="5"/>
                  <a:pt x="124" y="3"/>
                </a:cubicBezTo>
                <a:cubicBezTo>
                  <a:pt x="134" y="1"/>
                  <a:pt x="144" y="0"/>
                  <a:pt x="154" y="0"/>
                </a:cubicBezTo>
                <a:cubicBezTo>
                  <a:pt x="164" y="0"/>
                  <a:pt x="174" y="1"/>
                  <a:pt x="184" y="3"/>
                </a:cubicBezTo>
                <a:cubicBezTo>
                  <a:pt x="194" y="5"/>
                  <a:pt x="203" y="8"/>
                  <a:pt x="212" y="12"/>
                </a:cubicBezTo>
                <a:cubicBezTo>
                  <a:pt x="222" y="16"/>
                  <a:pt x="231" y="20"/>
                  <a:pt x="239" y="26"/>
                </a:cubicBezTo>
                <a:cubicBezTo>
                  <a:pt x="247" y="32"/>
                  <a:pt x="255" y="38"/>
                  <a:pt x="262" y="45"/>
                </a:cubicBezTo>
                <a:cubicBezTo>
                  <a:pt x="269" y="52"/>
                  <a:pt x="275" y="60"/>
                  <a:pt x="281" y="68"/>
                </a:cubicBezTo>
                <a:cubicBezTo>
                  <a:pt x="287" y="76"/>
                  <a:pt x="291" y="85"/>
                  <a:pt x="295" y="95"/>
                </a:cubicBezTo>
                <a:cubicBezTo>
                  <a:pt x="299" y="104"/>
                  <a:pt x="302" y="113"/>
                  <a:pt x="304" y="124"/>
                </a:cubicBezTo>
                <a:cubicBezTo>
                  <a:pt x="306" y="134"/>
                  <a:pt x="307" y="144"/>
                  <a:pt x="307" y="154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4578480" y="1780920"/>
            <a:ext cx="374400" cy="374400"/>
          </a:xfrm>
          <a:custGeom>
            <a:avLst/>
            <a:gdLst/>
            <a:ahLst/>
            <a:rect l="0" t="0" r="r" b="b"/>
            <a:pathLst>
              <a:path w="1040" h="1040">
                <a:moveTo>
                  <a:pt x="1040" y="0"/>
                </a:moveTo>
                <a:cubicBezTo>
                  <a:pt x="1040" y="0"/>
                  <a:pt x="658" y="0"/>
                  <a:pt x="198" y="382"/>
                </a:cubicBezTo>
                <a:cubicBezTo>
                  <a:pt x="-31" y="573"/>
                  <a:pt x="-31" y="918"/>
                  <a:pt x="45" y="995"/>
                </a:cubicBezTo>
                <a:cubicBezTo>
                  <a:pt x="122" y="1071"/>
                  <a:pt x="467" y="1071"/>
                  <a:pt x="658" y="842"/>
                </a:cubicBezTo>
                <a:cubicBezTo>
                  <a:pt x="1040" y="382"/>
                  <a:pt x="1040" y="0"/>
                  <a:pt x="1040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4779000" y="1849680"/>
            <a:ext cx="105480" cy="105480"/>
          </a:xfrm>
          <a:custGeom>
            <a:avLst/>
            <a:gdLst/>
            <a:ahLst/>
            <a:rect l="0" t="0" r="r" b="b"/>
            <a:pathLst>
              <a:path w="293" h="293">
                <a:moveTo>
                  <a:pt x="140" y="0"/>
                </a:moveTo>
                <a:cubicBezTo>
                  <a:pt x="78" y="0"/>
                  <a:pt x="25" y="37"/>
                  <a:pt x="0" y="90"/>
                </a:cubicBezTo>
                <a:cubicBezTo>
                  <a:pt x="20" y="82"/>
                  <a:pt x="41" y="77"/>
                  <a:pt x="63" y="77"/>
                </a:cubicBezTo>
                <a:cubicBezTo>
                  <a:pt x="148" y="77"/>
                  <a:pt x="216" y="145"/>
                  <a:pt x="216" y="230"/>
                </a:cubicBezTo>
                <a:cubicBezTo>
                  <a:pt x="216" y="253"/>
                  <a:pt x="211" y="274"/>
                  <a:pt x="203" y="293"/>
                </a:cubicBezTo>
                <a:cubicBezTo>
                  <a:pt x="256" y="269"/>
                  <a:pt x="293" y="215"/>
                  <a:pt x="293" y="153"/>
                </a:cubicBezTo>
                <a:cubicBezTo>
                  <a:pt x="293" y="69"/>
                  <a:pt x="224" y="0"/>
                  <a:pt x="140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4567680" y="1958760"/>
            <a:ext cx="207720" cy="207720"/>
          </a:xfrm>
          <a:custGeom>
            <a:avLst/>
            <a:gdLst/>
            <a:ahLst/>
            <a:rect l="0" t="0" r="r" b="b"/>
            <a:pathLst>
              <a:path w="577" h="577">
                <a:moveTo>
                  <a:pt x="0" y="577"/>
                </a:moveTo>
                <a:cubicBezTo>
                  <a:pt x="0" y="577"/>
                  <a:pt x="0" y="424"/>
                  <a:pt x="38" y="386"/>
                </a:cubicBezTo>
                <a:cubicBezTo>
                  <a:pt x="76" y="348"/>
                  <a:pt x="536" y="-35"/>
                  <a:pt x="574" y="3"/>
                </a:cubicBezTo>
                <a:cubicBezTo>
                  <a:pt x="612" y="42"/>
                  <a:pt x="229" y="501"/>
                  <a:pt x="191" y="539"/>
                </a:cubicBezTo>
                <a:cubicBezTo>
                  <a:pt x="153" y="577"/>
                  <a:pt x="0" y="577"/>
                  <a:pt x="0" y="577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1000080" y="2857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4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1290600" y="2733480"/>
            <a:ext cx="238680" cy="286200"/>
          </a:xfrm>
          <a:custGeom>
            <a:avLst/>
            <a:gdLst/>
            <a:ahLst/>
            <a:rect l="0" t="0" r="r" b="b"/>
            <a:pathLst>
              <a:path w="663" h="795">
                <a:moveTo>
                  <a:pt x="661" y="345"/>
                </a:moveTo>
                <a:cubicBezTo>
                  <a:pt x="657" y="337"/>
                  <a:pt x="649" y="331"/>
                  <a:pt x="640" y="331"/>
                </a:cubicBezTo>
                <a:lnTo>
                  <a:pt x="374" y="331"/>
                </a:lnTo>
                <a:lnTo>
                  <a:pt x="527" y="32"/>
                </a:lnTo>
                <a:cubicBezTo>
                  <a:pt x="532" y="23"/>
                  <a:pt x="530" y="11"/>
                  <a:pt x="521" y="5"/>
                </a:cubicBezTo>
                <a:cubicBezTo>
                  <a:pt x="517" y="2"/>
                  <a:pt x="513" y="0"/>
                  <a:pt x="508" y="0"/>
                </a:cubicBezTo>
                <a:cubicBezTo>
                  <a:pt x="503" y="0"/>
                  <a:pt x="497" y="2"/>
                  <a:pt x="493" y="5"/>
                </a:cubicBezTo>
                <a:lnTo>
                  <a:pt x="331" y="145"/>
                </a:lnTo>
                <a:lnTo>
                  <a:pt x="7" y="424"/>
                </a:lnTo>
                <a:cubicBezTo>
                  <a:pt x="0" y="430"/>
                  <a:pt x="-2" y="440"/>
                  <a:pt x="1" y="449"/>
                </a:cubicBezTo>
                <a:cubicBezTo>
                  <a:pt x="4" y="457"/>
                  <a:pt x="12" y="463"/>
                  <a:pt x="22" y="463"/>
                </a:cubicBezTo>
                <a:lnTo>
                  <a:pt x="289" y="463"/>
                </a:lnTo>
                <a:lnTo>
                  <a:pt x="135" y="763"/>
                </a:lnTo>
                <a:cubicBezTo>
                  <a:pt x="130" y="772"/>
                  <a:pt x="133" y="784"/>
                  <a:pt x="141" y="790"/>
                </a:cubicBezTo>
                <a:cubicBezTo>
                  <a:pt x="145" y="793"/>
                  <a:pt x="150" y="795"/>
                  <a:pt x="155" y="795"/>
                </a:cubicBezTo>
                <a:cubicBezTo>
                  <a:pt x="160" y="795"/>
                  <a:pt x="165" y="793"/>
                  <a:pt x="169" y="789"/>
                </a:cubicBezTo>
                <a:lnTo>
                  <a:pt x="331" y="649"/>
                </a:lnTo>
                <a:lnTo>
                  <a:pt x="654" y="370"/>
                </a:lnTo>
                <a:cubicBezTo>
                  <a:pt x="661" y="363"/>
                  <a:pt x="664" y="354"/>
                  <a:pt x="661" y="34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66720" y="1780560"/>
            <a:ext cx="3764880" cy="55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00" spc="-1" strike="noStrike">
                <a:solidFill>
                  <a:srgbClr val="1a1a2e"/>
                </a:solidFill>
                <a:latin typeface="Arial"/>
                <a:ea typeface="Arial"/>
              </a:rPr>
              <a:t>Что сработало </a:t>
            </a:r>
            <a:endParaRPr b="0" lang="en-US" sz="3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1000080" y="3352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4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1266480" y="322884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706"/>
                </a:moveTo>
                <a:cubicBezTo>
                  <a:pt x="795" y="755"/>
                  <a:pt x="756" y="795"/>
                  <a:pt x="707" y="795"/>
                </a:cubicBezTo>
                <a:lnTo>
                  <a:pt x="90" y="795"/>
                </a:lnTo>
                <a:cubicBezTo>
                  <a:pt x="40" y="795"/>
                  <a:pt x="0" y="755"/>
                  <a:pt x="0" y="706"/>
                </a:cubicBezTo>
                <a:lnTo>
                  <a:pt x="0" y="88"/>
                </a:lnTo>
                <a:cubicBezTo>
                  <a:pt x="0" y="39"/>
                  <a:pt x="40" y="0"/>
                  <a:pt x="90" y="0"/>
                </a:cubicBezTo>
                <a:lnTo>
                  <a:pt x="707" y="0"/>
                </a:lnTo>
                <a:cubicBezTo>
                  <a:pt x="756" y="0"/>
                  <a:pt x="795" y="39"/>
                  <a:pt x="795" y="88"/>
                </a:cubicBezTo>
                <a:lnTo>
                  <a:pt x="795" y="706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1311840" y="3276000"/>
            <a:ext cx="196560" cy="192960"/>
          </a:xfrm>
          <a:custGeom>
            <a:avLst/>
            <a:gdLst/>
            <a:ahLst/>
            <a:rect l="0" t="0" r="r" b="b"/>
            <a:pathLst>
              <a:path w="546" h="536">
                <a:moveTo>
                  <a:pt x="521" y="9"/>
                </a:moveTo>
                <a:cubicBezTo>
                  <a:pt x="496" y="-7"/>
                  <a:pt x="461" y="0"/>
                  <a:pt x="445" y="25"/>
                </a:cubicBezTo>
                <a:lnTo>
                  <a:pt x="204" y="396"/>
                </a:lnTo>
                <a:lnTo>
                  <a:pt x="93" y="294"/>
                </a:lnTo>
                <a:cubicBezTo>
                  <a:pt x="71" y="273"/>
                  <a:pt x="36" y="275"/>
                  <a:pt x="15" y="297"/>
                </a:cubicBezTo>
                <a:cubicBezTo>
                  <a:pt x="-6" y="319"/>
                  <a:pt x="-4" y="354"/>
                  <a:pt x="18" y="375"/>
                </a:cubicBezTo>
                <a:lnTo>
                  <a:pt x="177" y="522"/>
                </a:lnTo>
                <a:cubicBezTo>
                  <a:pt x="188" y="532"/>
                  <a:pt x="201" y="536"/>
                  <a:pt x="214" y="536"/>
                </a:cubicBezTo>
                <a:cubicBezTo>
                  <a:pt x="229" y="536"/>
                  <a:pt x="248" y="530"/>
                  <a:pt x="261" y="511"/>
                </a:cubicBezTo>
                <a:cubicBezTo>
                  <a:pt x="268" y="500"/>
                  <a:pt x="537" y="85"/>
                  <a:pt x="537" y="85"/>
                </a:cubicBezTo>
                <a:cubicBezTo>
                  <a:pt x="554" y="60"/>
                  <a:pt x="547" y="26"/>
                  <a:pt x="521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566720" y="2732400"/>
            <a:ext cx="44308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Прототип фазы —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часы, не дни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000080" y="3857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6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4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1266480" y="373356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707"/>
                </a:moveTo>
                <a:cubicBezTo>
                  <a:pt x="795" y="755"/>
                  <a:pt x="756" y="795"/>
                  <a:pt x="707" y="795"/>
                </a:cubicBezTo>
                <a:lnTo>
                  <a:pt x="90" y="795"/>
                </a:lnTo>
                <a:cubicBezTo>
                  <a:pt x="40" y="795"/>
                  <a:pt x="0" y="755"/>
                  <a:pt x="0" y="707"/>
                </a:cubicBezTo>
                <a:lnTo>
                  <a:pt x="0" y="88"/>
                </a:lnTo>
                <a:cubicBezTo>
                  <a:pt x="0" y="40"/>
                  <a:pt x="40" y="0"/>
                  <a:pt x="90" y="0"/>
                </a:cubicBezTo>
                <a:lnTo>
                  <a:pt x="707" y="0"/>
                </a:lnTo>
                <a:cubicBezTo>
                  <a:pt x="756" y="0"/>
                  <a:pt x="795" y="40"/>
                  <a:pt x="795" y="88"/>
                </a:cubicBezTo>
                <a:lnTo>
                  <a:pt x="795" y="707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1306440" y="3765240"/>
            <a:ext cx="206640" cy="222840"/>
          </a:xfrm>
          <a:custGeom>
            <a:avLst/>
            <a:gdLst/>
            <a:ahLst/>
            <a:rect l="0" t="0" r="r" b="b"/>
            <a:pathLst>
              <a:path w="574" h="619">
                <a:moveTo>
                  <a:pt x="556" y="133"/>
                </a:moveTo>
                <a:lnTo>
                  <a:pt x="398" y="0"/>
                </a:lnTo>
                <a:lnTo>
                  <a:pt x="398" y="89"/>
                </a:lnTo>
                <a:lnTo>
                  <a:pt x="221" y="89"/>
                </a:lnTo>
                <a:cubicBezTo>
                  <a:pt x="99" y="89"/>
                  <a:pt x="0" y="187"/>
                  <a:pt x="0" y="309"/>
                </a:cubicBezTo>
                <a:cubicBezTo>
                  <a:pt x="0" y="341"/>
                  <a:pt x="6" y="371"/>
                  <a:pt x="18" y="398"/>
                </a:cubicBezTo>
                <a:lnTo>
                  <a:pt x="91" y="336"/>
                </a:lnTo>
                <a:cubicBezTo>
                  <a:pt x="89" y="327"/>
                  <a:pt x="88" y="318"/>
                  <a:pt x="88" y="309"/>
                </a:cubicBezTo>
                <a:cubicBezTo>
                  <a:pt x="88" y="236"/>
                  <a:pt x="148" y="177"/>
                  <a:pt x="221" y="177"/>
                </a:cubicBezTo>
                <a:lnTo>
                  <a:pt x="398" y="177"/>
                </a:lnTo>
                <a:lnTo>
                  <a:pt x="398" y="265"/>
                </a:lnTo>
                <a:lnTo>
                  <a:pt x="556" y="133"/>
                </a:lnTo>
                <a:moveTo>
                  <a:pt x="556" y="221"/>
                </a:moveTo>
                <a:lnTo>
                  <a:pt x="483" y="282"/>
                </a:lnTo>
                <a:cubicBezTo>
                  <a:pt x="485" y="291"/>
                  <a:pt x="486" y="300"/>
                  <a:pt x="486" y="309"/>
                </a:cubicBezTo>
                <a:cubicBezTo>
                  <a:pt x="486" y="383"/>
                  <a:pt x="427" y="442"/>
                  <a:pt x="353" y="442"/>
                </a:cubicBezTo>
                <a:lnTo>
                  <a:pt x="177" y="442"/>
                </a:lnTo>
                <a:lnTo>
                  <a:pt x="177" y="354"/>
                </a:lnTo>
                <a:lnTo>
                  <a:pt x="17" y="486"/>
                </a:lnTo>
                <a:lnTo>
                  <a:pt x="177" y="619"/>
                </a:lnTo>
                <a:lnTo>
                  <a:pt x="177" y="531"/>
                </a:lnTo>
                <a:lnTo>
                  <a:pt x="353" y="531"/>
                </a:lnTo>
                <a:cubicBezTo>
                  <a:pt x="475" y="531"/>
                  <a:pt x="574" y="432"/>
                  <a:pt x="574" y="309"/>
                </a:cubicBezTo>
                <a:cubicBezTo>
                  <a:pt x="574" y="278"/>
                  <a:pt x="567" y="248"/>
                  <a:pt x="556" y="2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566720" y="3227400"/>
            <a:ext cx="48668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227 тестов набрались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естественно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000080" y="4352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4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1282680" y="4395600"/>
            <a:ext cx="103320" cy="111600"/>
          </a:xfrm>
          <a:custGeom>
            <a:avLst/>
            <a:gdLst/>
            <a:ahLst/>
            <a:rect l="0" t="0" r="r" b="b"/>
            <a:pathLst>
              <a:path w="287" h="310">
                <a:moveTo>
                  <a:pt x="287" y="221"/>
                </a:moveTo>
                <a:cubicBezTo>
                  <a:pt x="287" y="270"/>
                  <a:pt x="270" y="310"/>
                  <a:pt x="221" y="310"/>
                </a:cubicBezTo>
                <a:lnTo>
                  <a:pt x="67" y="310"/>
                </a:lnTo>
                <a:cubicBezTo>
                  <a:pt x="-22" y="310"/>
                  <a:pt x="-22" y="0"/>
                  <a:pt x="67" y="0"/>
                </a:cubicBezTo>
                <a:lnTo>
                  <a:pt x="221" y="0"/>
                </a:lnTo>
                <a:cubicBezTo>
                  <a:pt x="270" y="0"/>
                  <a:pt x="287" y="40"/>
                  <a:pt x="287" y="88"/>
                </a:cubicBezTo>
                <a:lnTo>
                  <a:pt x="287" y="221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1322280" y="4395600"/>
            <a:ext cx="222480" cy="111600"/>
          </a:xfrm>
          <a:custGeom>
            <a:avLst/>
            <a:gdLst/>
            <a:ahLst/>
            <a:rect l="0" t="0" r="r" b="b"/>
            <a:pathLst>
              <a:path w="618" h="310">
                <a:moveTo>
                  <a:pt x="596" y="266"/>
                </a:moveTo>
                <a:lnTo>
                  <a:pt x="574" y="266"/>
                </a:lnTo>
                <a:lnTo>
                  <a:pt x="574" y="44"/>
                </a:lnTo>
                <a:lnTo>
                  <a:pt x="596" y="44"/>
                </a:lnTo>
                <a:cubicBezTo>
                  <a:pt x="608" y="44"/>
                  <a:pt x="618" y="34"/>
                  <a:pt x="618" y="22"/>
                </a:cubicBezTo>
                <a:cubicBezTo>
                  <a:pt x="618" y="10"/>
                  <a:pt x="608" y="0"/>
                  <a:pt x="596" y="0"/>
                </a:cubicBezTo>
                <a:lnTo>
                  <a:pt x="66" y="0"/>
                </a:lnTo>
                <a:cubicBezTo>
                  <a:pt x="-22" y="0"/>
                  <a:pt x="-22" y="310"/>
                  <a:pt x="66" y="310"/>
                </a:cubicBezTo>
                <a:lnTo>
                  <a:pt x="596" y="310"/>
                </a:lnTo>
                <a:cubicBezTo>
                  <a:pt x="608" y="310"/>
                  <a:pt x="618" y="300"/>
                  <a:pt x="618" y="288"/>
                </a:cubicBezTo>
                <a:cubicBezTo>
                  <a:pt x="618" y="275"/>
                  <a:pt x="608" y="266"/>
                  <a:pt x="596" y="266"/>
                </a:cubicBezTo>
                <a:close/>
              </a:path>
            </a:pathLst>
          </a:custGeom>
          <a:solidFill>
            <a:srgbClr val="9266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342080" y="4411440"/>
            <a:ext cx="202680" cy="79920"/>
          </a:xfrm>
          <a:custGeom>
            <a:avLst/>
            <a:gdLst/>
            <a:ahLst/>
            <a:rect l="0" t="0" r="r" b="b"/>
            <a:pathLst>
              <a:path w="563" h="222">
                <a:moveTo>
                  <a:pt x="545" y="222"/>
                </a:moveTo>
                <a:lnTo>
                  <a:pt x="33" y="222"/>
                </a:lnTo>
                <a:cubicBezTo>
                  <a:pt x="-11" y="222"/>
                  <a:pt x="-11" y="0"/>
                  <a:pt x="33" y="0"/>
                </a:cubicBezTo>
                <a:lnTo>
                  <a:pt x="545" y="0"/>
                </a:lnTo>
                <a:cubicBezTo>
                  <a:pt x="569" y="0"/>
                  <a:pt x="569" y="222"/>
                  <a:pt x="545" y="222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342080" y="4411440"/>
            <a:ext cx="201600" cy="73440"/>
          </a:xfrm>
          <a:custGeom>
            <a:avLst/>
            <a:gdLst/>
            <a:ahLst/>
            <a:rect l="0" t="0" r="r" b="b"/>
            <a:pathLst>
              <a:path w="560" h="204">
                <a:moveTo>
                  <a:pt x="44" y="44"/>
                </a:moveTo>
                <a:lnTo>
                  <a:pt x="560" y="44"/>
                </a:lnTo>
                <a:cubicBezTo>
                  <a:pt x="557" y="18"/>
                  <a:pt x="552" y="0"/>
                  <a:pt x="545" y="0"/>
                </a:cubicBezTo>
                <a:lnTo>
                  <a:pt x="33" y="0"/>
                </a:lnTo>
                <a:cubicBezTo>
                  <a:pt x="-3" y="0"/>
                  <a:pt x="-10" y="150"/>
                  <a:pt x="14" y="204"/>
                </a:cubicBezTo>
                <a:cubicBezTo>
                  <a:pt x="5" y="137"/>
                  <a:pt x="15" y="44"/>
                  <a:pt x="44" y="44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1274760" y="4236840"/>
            <a:ext cx="87840" cy="87840"/>
          </a:xfrm>
          <a:custGeom>
            <a:avLst/>
            <a:gdLst/>
            <a:ahLst/>
            <a:rect l="0" t="0" r="r" b="b"/>
            <a:pathLst>
              <a:path w="244" h="244">
                <a:moveTo>
                  <a:pt x="244" y="154"/>
                </a:moveTo>
                <a:cubicBezTo>
                  <a:pt x="244" y="203"/>
                  <a:pt x="204" y="244"/>
                  <a:pt x="155" y="244"/>
                </a:cubicBezTo>
                <a:lnTo>
                  <a:pt x="67" y="244"/>
                </a:lnTo>
                <a:cubicBezTo>
                  <a:pt x="-22" y="244"/>
                  <a:pt x="-22" y="0"/>
                  <a:pt x="67" y="0"/>
                </a:cubicBezTo>
                <a:lnTo>
                  <a:pt x="155" y="0"/>
                </a:lnTo>
                <a:cubicBezTo>
                  <a:pt x="204" y="0"/>
                  <a:pt x="244" y="40"/>
                  <a:pt x="244" y="88"/>
                </a:cubicBezTo>
                <a:lnTo>
                  <a:pt x="244" y="154"/>
                </a:ln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1298520" y="4236840"/>
            <a:ext cx="222480" cy="87840"/>
          </a:xfrm>
          <a:custGeom>
            <a:avLst/>
            <a:gdLst/>
            <a:ahLst/>
            <a:rect l="0" t="0" r="r" b="b"/>
            <a:pathLst>
              <a:path w="618" h="244">
                <a:moveTo>
                  <a:pt x="596" y="198"/>
                </a:moveTo>
                <a:lnTo>
                  <a:pt x="574" y="198"/>
                </a:lnTo>
                <a:lnTo>
                  <a:pt x="574" y="44"/>
                </a:lnTo>
                <a:lnTo>
                  <a:pt x="596" y="44"/>
                </a:lnTo>
                <a:cubicBezTo>
                  <a:pt x="608" y="44"/>
                  <a:pt x="618" y="34"/>
                  <a:pt x="618" y="22"/>
                </a:cubicBezTo>
                <a:cubicBezTo>
                  <a:pt x="618" y="10"/>
                  <a:pt x="608" y="0"/>
                  <a:pt x="596" y="0"/>
                </a:cubicBezTo>
                <a:lnTo>
                  <a:pt x="66" y="0"/>
                </a:lnTo>
                <a:cubicBezTo>
                  <a:pt x="-22" y="0"/>
                  <a:pt x="-22" y="244"/>
                  <a:pt x="66" y="244"/>
                </a:cubicBezTo>
                <a:lnTo>
                  <a:pt x="596" y="244"/>
                </a:lnTo>
                <a:cubicBezTo>
                  <a:pt x="608" y="244"/>
                  <a:pt x="618" y="234"/>
                  <a:pt x="618" y="222"/>
                </a:cubicBezTo>
                <a:cubicBezTo>
                  <a:pt x="618" y="208"/>
                  <a:pt x="608" y="198"/>
                  <a:pt x="596" y="198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318320" y="4252680"/>
            <a:ext cx="203040" cy="55800"/>
          </a:xfrm>
          <a:custGeom>
            <a:avLst/>
            <a:gdLst/>
            <a:ahLst/>
            <a:rect l="0" t="0" r="r" b="b"/>
            <a:pathLst>
              <a:path w="564" h="155">
                <a:moveTo>
                  <a:pt x="545" y="155"/>
                </a:moveTo>
                <a:lnTo>
                  <a:pt x="34" y="155"/>
                </a:lnTo>
                <a:cubicBezTo>
                  <a:pt x="-11" y="155"/>
                  <a:pt x="-11" y="0"/>
                  <a:pt x="34" y="0"/>
                </a:cubicBezTo>
                <a:lnTo>
                  <a:pt x="545" y="0"/>
                </a:lnTo>
                <a:cubicBezTo>
                  <a:pt x="570" y="0"/>
                  <a:pt x="570" y="155"/>
                  <a:pt x="545" y="155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1318320" y="4252680"/>
            <a:ext cx="201960" cy="36000"/>
          </a:xfrm>
          <a:custGeom>
            <a:avLst/>
            <a:gdLst/>
            <a:ahLst/>
            <a:rect l="0" t="0" r="r" b="b"/>
            <a:pathLst>
              <a:path w="561" h="100">
                <a:moveTo>
                  <a:pt x="33" y="45"/>
                </a:moveTo>
                <a:lnTo>
                  <a:pt x="561" y="45"/>
                </a:lnTo>
                <a:cubicBezTo>
                  <a:pt x="559" y="20"/>
                  <a:pt x="553" y="0"/>
                  <a:pt x="545" y="0"/>
                </a:cubicBezTo>
                <a:lnTo>
                  <a:pt x="33" y="0"/>
                </a:lnTo>
                <a:cubicBezTo>
                  <a:pt x="7" y="0"/>
                  <a:pt x="-4" y="56"/>
                  <a:pt x="1" y="100"/>
                </a:cubicBezTo>
                <a:cubicBezTo>
                  <a:pt x="5" y="70"/>
                  <a:pt x="15" y="45"/>
                  <a:pt x="33" y="45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290600" y="4324320"/>
            <a:ext cx="135000" cy="71640"/>
          </a:xfrm>
          <a:custGeom>
            <a:avLst/>
            <a:gdLst/>
            <a:ahLst/>
            <a:rect l="0" t="0" r="r" b="b"/>
            <a:pathLst>
              <a:path w="375" h="199">
                <a:moveTo>
                  <a:pt x="375" y="110"/>
                </a:moveTo>
                <a:cubicBezTo>
                  <a:pt x="375" y="159"/>
                  <a:pt x="335" y="199"/>
                  <a:pt x="286" y="199"/>
                </a:cubicBezTo>
                <a:lnTo>
                  <a:pt x="66" y="199"/>
                </a:lnTo>
                <a:cubicBezTo>
                  <a:pt x="-22" y="199"/>
                  <a:pt x="-22" y="0"/>
                  <a:pt x="66" y="0"/>
                </a:cubicBezTo>
                <a:lnTo>
                  <a:pt x="286" y="0"/>
                </a:lnTo>
                <a:cubicBezTo>
                  <a:pt x="335" y="0"/>
                  <a:pt x="375" y="39"/>
                  <a:pt x="375" y="88"/>
                </a:cubicBezTo>
                <a:lnTo>
                  <a:pt x="375" y="110"/>
                </a:ln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1361880" y="4324320"/>
            <a:ext cx="190800" cy="71640"/>
          </a:xfrm>
          <a:custGeom>
            <a:avLst/>
            <a:gdLst/>
            <a:ahLst/>
            <a:rect l="0" t="0" r="r" b="b"/>
            <a:pathLst>
              <a:path w="530" h="199">
                <a:moveTo>
                  <a:pt x="508" y="154"/>
                </a:moveTo>
                <a:lnTo>
                  <a:pt x="486" y="154"/>
                </a:lnTo>
                <a:lnTo>
                  <a:pt x="486" y="44"/>
                </a:lnTo>
                <a:lnTo>
                  <a:pt x="508" y="44"/>
                </a:lnTo>
                <a:cubicBezTo>
                  <a:pt x="520" y="44"/>
                  <a:pt x="530" y="34"/>
                  <a:pt x="530" y="22"/>
                </a:cubicBezTo>
                <a:cubicBezTo>
                  <a:pt x="530" y="9"/>
                  <a:pt x="520" y="0"/>
                  <a:pt x="508" y="0"/>
                </a:cubicBezTo>
                <a:lnTo>
                  <a:pt x="66" y="0"/>
                </a:lnTo>
                <a:cubicBezTo>
                  <a:pt x="-22" y="0"/>
                  <a:pt x="-22" y="199"/>
                  <a:pt x="66" y="199"/>
                </a:cubicBezTo>
                <a:lnTo>
                  <a:pt x="508" y="199"/>
                </a:lnTo>
                <a:cubicBezTo>
                  <a:pt x="520" y="199"/>
                  <a:pt x="530" y="189"/>
                  <a:pt x="530" y="177"/>
                </a:cubicBezTo>
                <a:cubicBezTo>
                  <a:pt x="530" y="164"/>
                  <a:pt x="520" y="154"/>
                  <a:pt x="508" y="154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1381680" y="4340160"/>
            <a:ext cx="171000" cy="39960"/>
          </a:xfrm>
          <a:custGeom>
            <a:avLst/>
            <a:gdLst/>
            <a:ahLst/>
            <a:rect l="0" t="0" r="r" b="b"/>
            <a:pathLst>
              <a:path w="475" h="111">
                <a:moveTo>
                  <a:pt x="457" y="111"/>
                </a:moveTo>
                <a:lnTo>
                  <a:pt x="33" y="111"/>
                </a:lnTo>
                <a:cubicBezTo>
                  <a:pt x="-11" y="111"/>
                  <a:pt x="-11" y="0"/>
                  <a:pt x="33" y="0"/>
                </a:cubicBezTo>
                <a:lnTo>
                  <a:pt x="457" y="0"/>
                </a:lnTo>
                <a:cubicBezTo>
                  <a:pt x="481" y="0"/>
                  <a:pt x="481" y="111"/>
                  <a:pt x="457" y="11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1381680" y="4340160"/>
            <a:ext cx="171000" cy="28080"/>
          </a:xfrm>
          <a:custGeom>
            <a:avLst/>
            <a:gdLst/>
            <a:ahLst/>
            <a:rect l="0" t="0" r="r" b="b"/>
            <a:pathLst>
              <a:path w="475" h="78">
                <a:moveTo>
                  <a:pt x="33" y="44"/>
                </a:moveTo>
                <a:lnTo>
                  <a:pt x="475" y="44"/>
                </a:lnTo>
                <a:cubicBezTo>
                  <a:pt x="473" y="20"/>
                  <a:pt x="467" y="0"/>
                  <a:pt x="457" y="0"/>
                </a:cubicBezTo>
                <a:lnTo>
                  <a:pt x="33" y="0"/>
                </a:lnTo>
                <a:cubicBezTo>
                  <a:pt x="5" y="0"/>
                  <a:pt x="-5" y="44"/>
                  <a:pt x="3" y="78"/>
                </a:cubicBezTo>
                <a:cubicBezTo>
                  <a:pt x="7" y="58"/>
                  <a:pt x="17" y="44"/>
                  <a:pt x="33" y="44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566720" y="3732480"/>
            <a:ext cx="62110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Рутинный код: операции с БД, миграции, CSS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1000080" y="4857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3"/>
                  <a:pt x="204" y="205"/>
                </a:cubicBezTo>
                <a:cubicBezTo>
                  <a:pt x="192" y="216"/>
                  <a:pt x="179" y="224"/>
                  <a:pt x="164" y="230"/>
                </a:cubicBezTo>
                <a:cubicBezTo>
                  <a:pt x="150" y="236"/>
                  <a:pt x="134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4" y="205"/>
                </a:cubicBezTo>
                <a:cubicBezTo>
                  <a:pt x="23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4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4" y="0"/>
                  <a:pt x="150" y="3"/>
                  <a:pt x="164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1266480" y="473364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7"/>
                </a:moveTo>
                <a:cubicBezTo>
                  <a:pt x="795" y="423"/>
                  <a:pt x="793" y="449"/>
                  <a:pt x="788" y="475"/>
                </a:cubicBezTo>
                <a:cubicBezTo>
                  <a:pt x="782" y="500"/>
                  <a:pt x="775" y="525"/>
                  <a:pt x="765" y="549"/>
                </a:cubicBezTo>
                <a:cubicBezTo>
                  <a:pt x="755" y="573"/>
                  <a:pt x="743" y="596"/>
                  <a:pt x="728" y="618"/>
                </a:cubicBezTo>
                <a:cubicBezTo>
                  <a:pt x="714" y="639"/>
                  <a:pt x="697" y="659"/>
                  <a:pt x="679" y="678"/>
                </a:cubicBezTo>
                <a:cubicBezTo>
                  <a:pt x="661" y="696"/>
                  <a:pt x="640" y="713"/>
                  <a:pt x="619" y="727"/>
                </a:cubicBezTo>
                <a:cubicBezTo>
                  <a:pt x="597" y="743"/>
                  <a:pt x="574" y="755"/>
                  <a:pt x="550" y="765"/>
                </a:cubicBezTo>
                <a:cubicBezTo>
                  <a:pt x="526" y="775"/>
                  <a:pt x="501" y="782"/>
                  <a:pt x="476" y="787"/>
                </a:cubicBezTo>
                <a:cubicBezTo>
                  <a:pt x="450" y="792"/>
                  <a:pt x="424" y="795"/>
                  <a:pt x="398" y="795"/>
                </a:cubicBezTo>
                <a:cubicBezTo>
                  <a:pt x="372" y="795"/>
                  <a:pt x="346" y="792"/>
                  <a:pt x="321" y="787"/>
                </a:cubicBezTo>
                <a:cubicBezTo>
                  <a:pt x="295" y="782"/>
                  <a:pt x="271" y="775"/>
                  <a:pt x="246" y="765"/>
                </a:cubicBezTo>
                <a:cubicBezTo>
                  <a:pt x="222" y="755"/>
                  <a:pt x="200" y="743"/>
                  <a:pt x="178" y="727"/>
                </a:cubicBezTo>
                <a:cubicBezTo>
                  <a:pt x="156" y="713"/>
                  <a:pt x="136" y="696"/>
                  <a:pt x="118" y="678"/>
                </a:cubicBezTo>
                <a:cubicBezTo>
                  <a:pt x="99" y="659"/>
                  <a:pt x="83" y="639"/>
                  <a:pt x="68" y="618"/>
                </a:cubicBezTo>
                <a:cubicBezTo>
                  <a:pt x="54" y="596"/>
                  <a:pt x="41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1" y="221"/>
                  <a:pt x="54" y="198"/>
                  <a:pt x="68" y="177"/>
                </a:cubicBezTo>
                <a:cubicBezTo>
                  <a:pt x="83" y="155"/>
                  <a:pt x="99" y="135"/>
                  <a:pt x="118" y="117"/>
                </a:cubicBezTo>
                <a:cubicBezTo>
                  <a:pt x="136" y="98"/>
                  <a:pt x="156" y="82"/>
                  <a:pt x="178" y="67"/>
                </a:cubicBezTo>
                <a:cubicBezTo>
                  <a:pt x="200" y="53"/>
                  <a:pt x="222" y="40"/>
                  <a:pt x="246" y="31"/>
                </a:cubicBezTo>
                <a:cubicBezTo>
                  <a:pt x="271" y="21"/>
                  <a:pt x="295" y="13"/>
                  <a:pt x="321" y="8"/>
                </a:cubicBezTo>
                <a:cubicBezTo>
                  <a:pt x="346" y="3"/>
                  <a:pt x="372" y="0"/>
                  <a:pt x="398" y="0"/>
                </a:cubicBezTo>
                <a:cubicBezTo>
                  <a:pt x="424" y="0"/>
                  <a:pt x="450" y="3"/>
                  <a:pt x="476" y="8"/>
                </a:cubicBezTo>
                <a:cubicBezTo>
                  <a:pt x="501" y="13"/>
                  <a:pt x="526" y="21"/>
                  <a:pt x="550" y="31"/>
                </a:cubicBezTo>
                <a:cubicBezTo>
                  <a:pt x="574" y="40"/>
                  <a:pt x="597" y="53"/>
                  <a:pt x="619" y="67"/>
                </a:cubicBezTo>
                <a:cubicBezTo>
                  <a:pt x="640" y="82"/>
                  <a:pt x="661" y="98"/>
                  <a:pt x="679" y="117"/>
                </a:cubicBezTo>
                <a:cubicBezTo>
                  <a:pt x="697" y="135"/>
                  <a:pt x="714" y="155"/>
                  <a:pt x="728" y="177"/>
                </a:cubicBezTo>
                <a:cubicBezTo>
                  <a:pt x="743" y="198"/>
                  <a:pt x="755" y="221"/>
                  <a:pt x="765" y="245"/>
                </a:cubicBezTo>
                <a:cubicBezTo>
                  <a:pt x="775" y="269"/>
                  <a:pt x="782" y="294"/>
                  <a:pt x="788" y="320"/>
                </a:cubicBezTo>
                <a:cubicBezTo>
                  <a:pt x="793" y="345"/>
                  <a:pt x="795" y="371"/>
                  <a:pt x="795" y="397"/>
                </a:cubicBezTo>
                <a:close/>
              </a:path>
            </a:pathLst>
          </a:custGeom>
          <a:solidFill>
            <a:srgbClr val="88c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326600" y="4747680"/>
            <a:ext cx="223920" cy="239760"/>
          </a:xfrm>
          <a:custGeom>
            <a:avLst/>
            <a:gdLst/>
            <a:ahLst/>
            <a:rect l="0" t="0" r="r" b="b"/>
            <a:pathLst>
              <a:path w="622" h="666">
                <a:moveTo>
                  <a:pt x="401" y="0"/>
                </a:moveTo>
                <a:cubicBezTo>
                  <a:pt x="379" y="13"/>
                  <a:pt x="360" y="34"/>
                  <a:pt x="334" y="26"/>
                </a:cubicBezTo>
                <a:cubicBezTo>
                  <a:pt x="292" y="14"/>
                  <a:pt x="237" y="-14"/>
                  <a:pt x="201" y="21"/>
                </a:cubicBezTo>
                <a:cubicBezTo>
                  <a:pt x="166" y="55"/>
                  <a:pt x="157" y="87"/>
                  <a:pt x="201" y="85"/>
                </a:cubicBezTo>
                <a:cubicBezTo>
                  <a:pt x="246" y="84"/>
                  <a:pt x="276" y="32"/>
                  <a:pt x="298" y="54"/>
                </a:cubicBezTo>
                <a:cubicBezTo>
                  <a:pt x="320" y="76"/>
                  <a:pt x="314" y="94"/>
                  <a:pt x="262" y="100"/>
                </a:cubicBezTo>
                <a:cubicBezTo>
                  <a:pt x="210" y="107"/>
                  <a:pt x="153" y="116"/>
                  <a:pt x="123" y="116"/>
                </a:cubicBezTo>
                <a:cubicBezTo>
                  <a:pt x="93" y="116"/>
                  <a:pt x="86" y="134"/>
                  <a:pt x="106" y="153"/>
                </a:cubicBezTo>
                <a:cubicBezTo>
                  <a:pt x="127" y="172"/>
                  <a:pt x="94" y="174"/>
                  <a:pt x="59" y="193"/>
                </a:cubicBezTo>
                <a:cubicBezTo>
                  <a:pt x="25" y="212"/>
                  <a:pt x="68" y="220"/>
                  <a:pt x="97" y="237"/>
                </a:cubicBezTo>
                <a:cubicBezTo>
                  <a:pt x="126" y="253"/>
                  <a:pt x="148" y="233"/>
                  <a:pt x="160" y="205"/>
                </a:cubicBezTo>
                <a:cubicBezTo>
                  <a:pt x="172" y="178"/>
                  <a:pt x="226" y="145"/>
                  <a:pt x="248" y="149"/>
                </a:cubicBezTo>
                <a:cubicBezTo>
                  <a:pt x="270" y="153"/>
                  <a:pt x="270" y="164"/>
                  <a:pt x="266" y="183"/>
                </a:cubicBezTo>
                <a:cubicBezTo>
                  <a:pt x="262" y="202"/>
                  <a:pt x="283" y="197"/>
                  <a:pt x="284" y="175"/>
                </a:cubicBezTo>
                <a:cubicBezTo>
                  <a:pt x="285" y="153"/>
                  <a:pt x="310" y="136"/>
                  <a:pt x="330" y="135"/>
                </a:cubicBezTo>
                <a:cubicBezTo>
                  <a:pt x="349" y="134"/>
                  <a:pt x="366" y="161"/>
                  <a:pt x="343" y="175"/>
                </a:cubicBezTo>
                <a:cubicBezTo>
                  <a:pt x="321" y="189"/>
                  <a:pt x="299" y="200"/>
                  <a:pt x="327" y="207"/>
                </a:cubicBezTo>
                <a:cubicBezTo>
                  <a:pt x="355" y="213"/>
                  <a:pt x="375" y="249"/>
                  <a:pt x="342" y="264"/>
                </a:cubicBezTo>
                <a:cubicBezTo>
                  <a:pt x="310" y="280"/>
                  <a:pt x="255" y="289"/>
                  <a:pt x="230" y="277"/>
                </a:cubicBezTo>
                <a:cubicBezTo>
                  <a:pt x="206" y="264"/>
                  <a:pt x="149" y="247"/>
                  <a:pt x="134" y="256"/>
                </a:cubicBezTo>
                <a:cubicBezTo>
                  <a:pt x="119" y="266"/>
                  <a:pt x="110" y="276"/>
                  <a:pt x="93" y="283"/>
                </a:cubicBezTo>
                <a:cubicBezTo>
                  <a:pt x="75" y="289"/>
                  <a:pt x="2" y="322"/>
                  <a:pt x="0" y="365"/>
                </a:cubicBezTo>
                <a:cubicBezTo>
                  <a:pt x="-1" y="408"/>
                  <a:pt x="-3" y="457"/>
                  <a:pt x="26" y="458"/>
                </a:cubicBezTo>
                <a:cubicBezTo>
                  <a:pt x="55" y="460"/>
                  <a:pt x="126" y="440"/>
                  <a:pt x="148" y="422"/>
                </a:cubicBezTo>
                <a:cubicBezTo>
                  <a:pt x="170" y="404"/>
                  <a:pt x="200" y="408"/>
                  <a:pt x="210" y="429"/>
                </a:cubicBezTo>
                <a:cubicBezTo>
                  <a:pt x="219" y="450"/>
                  <a:pt x="212" y="463"/>
                  <a:pt x="203" y="496"/>
                </a:cubicBezTo>
                <a:cubicBezTo>
                  <a:pt x="193" y="529"/>
                  <a:pt x="209" y="545"/>
                  <a:pt x="225" y="574"/>
                </a:cubicBezTo>
                <a:cubicBezTo>
                  <a:pt x="240" y="603"/>
                  <a:pt x="252" y="620"/>
                  <a:pt x="252" y="640"/>
                </a:cubicBezTo>
                <a:cubicBezTo>
                  <a:pt x="252" y="661"/>
                  <a:pt x="274" y="682"/>
                  <a:pt x="308" y="647"/>
                </a:cubicBezTo>
                <a:cubicBezTo>
                  <a:pt x="341" y="613"/>
                  <a:pt x="372" y="545"/>
                  <a:pt x="386" y="520"/>
                </a:cubicBezTo>
                <a:cubicBezTo>
                  <a:pt x="399" y="496"/>
                  <a:pt x="410" y="440"/>
                  <a:pt x="427" y="429"/>
                </a:cubicBezTo>
                <a:cubicBezTo>
                  <a:pt x="444" y="417"/>
                  <a:pt x="470" y="391"/>
                  <a:pt x="450" y="395"/>
                </a:cubicBezTo>
                <a:cubicBezTo>
                  <a:pt x="431" y="399"/>
                  <a:pt x="393" y="394"/>
                  <a:pt x="383" y="366"/>
                </a:cubicBezTo>
                <a:cubicBezTo>
                  <a:pt x="373" y="339"/>
                  <a:pt x="331" y="286"/>
                  <a:pt x="350" y="281"/>
                </a:cubicBezTo>
                <a:cubicBezTo>
                  <a:pt x="370" y="275"/>
                  <a:pt x="393" y="312"/>
                  <a:pt x="401" y="329"/>
                </a:cubicBezTo>
                <a:cubicBezTo>
                  <a:pt x="409" y="346"/>
                  <a:pt x="420" y="366"/>
                  <a:pt x="437" y="372"/>
                </a:cubicBezTo>
                <a:cubicBezTo>
                  <a:pt x="453" y="377"/>
                  <a:pt x="489" y="335"/>
                  <a:pt x="500" y="329"/>
                </a:cubicBezTo>
                <a:cubicBezTo>
                  <a:pt x="511" y="322"/>
                  <a:pt x="503" y="296"/>
                  <a:pt x="481" y="299"/>
                </a:cubicBezTo>
                <a:cubicBezTo>
                  <a:pt x="459" y="302"/>
                  <a:pt x="430" y="299"/>
                  <a:pt x="430" y="285"/>
                </a:cubicBezTo>
                <a:cubicBezTo>
                  <a:pt x="430" y="271"/>
                  <a:pt x="457" y="253"/>
                  <a:pt x="479" y="258"/>
                </a:cubicBezTo>
                <a:cubicBezTo>
                  <a:pt x="501" y="262"/>
                  <a:pt x="518" y="269"/>
                  <a:pt x="532" y="285"/>
                </a:cubicBezTo>
                <a:cubicBezTo>
                  <a:pt x="546" y="302"/>
                  <a:pt x="573" y="332"/>
                  <a:pt x="584" y="351"/>
                </a:cubicBezTo>
                <a:cubicBezTo>
                  <a:pt x="595" y="371"/>
                  <a:pt x="603" y="373"/>
                  <a:pt x="609" y="339"/>
                </a:cubicBezTo>
                <a:cubicBezTo>
                  <a:pt x="613" y="316"/>
                  <a:pt x="617" y="303"/>
                  <a:pt x="622" y="290"/>
                </a:cubicBezTo>
                <a:cubicBezTo>
                  <a:pt x="600" y="161"/>
                  <a:pt x="516" y="54"/>
                  <a:pt x="401" y="0"/>
                </a:cubicBezTo>
                <a:close/>
              </a:path>
            </a:pathLst>
          </a:custGeom>
          <a:solidFill>
            <a:srgbClr val="5c91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566720" y="4227840"/>
            <a:ext cx="40438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Документацию вёл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сам агент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566720" y="4732560"/>
            <a:ext cx="70034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Часовые пояса, PDF, Telegram SDK — без гугления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9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66720" y="1532880"/>
            <a:ext cx="1465200" cy="55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00" spc="-1" strike="noStrike">
                <a:solidFill>
                  <a:srgbClr val="1a1a2e"/>
                </a:solidFill>
                <a:latin typeface="Arial"/>
                <a:ea typeface="Arial"/>
              </a:rPr>
              <a:t>Уроки</a:t>
            </a:r>
            <a:endParaRPr b="0" lang="en-US" sz="3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920520" y="2484720"/>
            <a:ext cx="47084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1.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Документация = память агента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920520" y="2979720"/>
            <a:ext cx="64749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2.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Режь на фазы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малая цель &gt; «сделай всё»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920520" y="3484800"/>
            <a:ext cx="60465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3.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Тесты = обязательный барьер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, не опция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920520" y="3980160"/>
            <a:ext cx="93661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4.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Аудиты по осям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— безопасность, одновременный доступ, данные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920520" y="4484880"/>
            <a:ext cx="57081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5.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Системные свойства держит человек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920520" y="4980240"/>
            <a:ext cx="32742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6.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Не верь — проверяй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651760" y="6355800"/>
            <a:ext cx="253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10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121360" y="2035440"/>
            <a:ext cx="196380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4500" spc="-1" strike="noStrike">
                <a:solidFill>
                  <a:srgbClr val="1a1a2e"/>
                </a:solidFill>
                <a:latin typeface="Arial"/>
                <a:ea typeface="Arial"/>
              </a:rPr>
              <a:t>Вывод</a:t>
            </a:r>
            <a:endParaRPr b="0" lang="en-US" sz="4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604320" y="3141360"/>
            <a:ext cx="50407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a1a2e"/>
                </a:solidFill>
                <a:latin typeface="Arial"/>
                <a:ea typeface="Arial"/>
              </a:rPr>
              <a:t>ИИ — рычаг, не автопилот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2722680" y="3913200"/>
            <a:ext cx="68040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Меньше печатать — больше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думать и проверять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3006000" y="4494240"/>
            <a:ext cx="62096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Узкое место сместилось: написание → </a:t>
            </a:r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ревью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1669040" y="6355800"/>
            <a:ext cx="253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11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4" name="" descr=""/>
          <p:cNvPicPr/>
          <p:nvPr/>
        </p:nvPicPr>
        <p:blipFill>
          <a:blip r:embed="rId1"/>
          <a:stretch/>
        </p:blipFill>
        <p:spPr>
          <a:xfrm>
            <a:off x="4667400" y="1609560"/>
            <a:ext cx="2856960" cy="2856960"/>
          </a:xfrm>
          <a:prstGeom prst="rect">
            <a:avLst/>
          </a:prstGeom>
          <a:ln w="0">
            <a:noFill/>
          </a:ln>
        </p:spPr>
      </p:pic>
      <p:sp>
        <p:nvSpPr>
          <p:cNvPr id="165" name=""/>
          <p:cNvSpPr txBox="1"/>
          <p:nvPr/>
        </p:nvSpPr>
        <p:spPr>
          <a:xfrm>
            <a:off x="3198600" y="606600"/>
            <a:ext cx="581004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4500" spc="-1" strike="noStrike">
                <a:solidFill>
                  <a:srgbClr val="1a1a2e"/>
                </a:solidFill>
                <a:latin typeface="Arial"/>
                <a:ea typeface="Arial"/>
              </a:rPr>
              <a:t>Демо · Попробовать</a:t>
            </a:r>
            <a:endParaRPr b="0" lang="en-US" sz="4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407760" y="4789800"/>
            <a:ext cx="53895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@After30_medbot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· t.me/After30_medbot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3564000" y="5370840"/>
            <a:ext cx="50968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Mini App · напоминание · PDF-экспорт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2775240" y="5951520"/>
            <a:ext cx="66621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5b3df5"/>
                </a:solidFill>
                <a:latin typeface="Arial"/>
                <a:ea typeface="Arial"/>
              </a:rPr>
              <a:t>Код:</a:t>
            </a:r>
            <a:r>
              <a:rPr b="0" lang="en-US" sz="2250" spc="-1" strike="noStrike">
                <a:solidFill>
                  <a:srgbClr val="1a1a2e"/>
                </a:solidFill>
                <a:latin typeface="Arial"/>
                <a:ea typeface="Arial"/>
              </a:rPr>
              <a:t> github.com/Perebevaska/after-30-medicine-bot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1651760" y="6355800"/>
            <a:ext cx="253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Arial"/>
                <a:ea typeface="Arial"/>
              </a:rPr>
              <a:t>12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