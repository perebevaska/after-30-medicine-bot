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Доклад про реальный опыт постройки боевого сервиса с Claude Code. Не игрушка — база данных, очереди сообщений, вход через Telegram, фронтенд.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Брал реальный сервис специально — на таком масштабе видно, где ИИ помогает, где мешает.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~25 коммитов в день. На каждые 2 фичи — 1 фикс. ИИ пишет быстро, но и баги вносит быстро.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Стек выбирал я, агент реализовывал. Иногда тянул устаревшие паттерны из обучения — ловилось ревью.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Главное открытие: агент без памяти беспомощен на большом проекте. Документация стала рабочей памятью 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Роль сместилась: архитектор + ревьюер. Агент — быстрые руки. Узкое место — скорость моего ревью, не написания.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Дальше — 4 категории боли, реально проявившиеся на проекте. Без разбора конкретных багов — общие закономерности.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ИИ пишет обычный сценарий отлично. Одновременный доступ, повторный вызов без порчи данных, где живёт состояние, единый конфиг — этого не предусматривает. И никогда не скажет «я не уверен» — бремя скепсиса на ревьюере.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Где задача определена и проверяема — 5-10x. Выигрыш в том, что ИИ убирает трение между решением и проверкой.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7-й: записывай осознанный техдолг с условием возврата, а не «починим потом».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Лучшая аналогия — не «робот-программист», а очень быстрый джуниор с энциклопедической памятью, нулевым опытом эксплуатации и абсолютной уверенностью в себе. Цените за скорость, но не снимайте ревью.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Наведите камеру на QR — откроется бот. Бэкап: показать вживую, если есть время.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с ИИ-агентом</dc:title>
  <dc:subject>PptxGenJS Presentation</dc:subject>
  <dc:creator>Created by Marp</dc:creator>
  <cp:lastModifiedBy>Created by Marp</cp:lastModifiedBy>
  <cp:revision>1</cp:revision>
  <dcterms:created xsi:type="dcterms:W3CDTF">2026-07-03T09:50:47Z</dcterms:created>
  <dcterms:modified xsi:type="dcterms:W3CDTF">2026-07-03T09:50:47Z</dcterms:modified>
</cp:coreProperties>
</file>